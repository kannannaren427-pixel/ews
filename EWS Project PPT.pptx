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embedTrueTypeFonts="1" saveSubsetFonts="1" strictFirstAndLastChar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Lst>
  <p:sldSz cy="5143500" cx="9144000"/>
  <p:notesSz cx="6858000" cy="9144000"/>
  <p:embeddedFontLst>
    <p:embeddedFont>
      <p:font typeface="Roboto Black"/>
      <p:bold r:id="rId12"/>
      <p:boldItalic r:id="rId13"/>
    </p:embeddedFont>
    <p:embeddedFont>
      <p:font typeface="Roboto"/>
      <p:regular r:id="rId14"/>
      <p:bold r:id="rId15"/>
      <p:italic r:id="rId16"/>
      <p:boldItalic r:id="rId17"/>
    </p:embeddedFont>
    <p:embeddedFont>
      <p:font typeface="Playfair Display"/>
      <p:regular r:id="rId18"/>
      <p:bold r:id="rId19"/>
      <p:italic r:id="rId20"/>
      <p:boldItalic r:id="rId21"/>
    </p:embeddedFont>
    <p:embeddedFont>
      <p:font typeface="Lato"/>
      <p:regular r:id="rId22"/>
      <p:bold r:id="rId23"/>
      <p:italic r:id="rId24"/>
      <p:boldItalic r:id="rId25"/>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showComments="0">
  <p:slideViewPr>
    <p:cSldViewPr snapToGrid="0">
      <p:cViewPr varScale="1">
        <p:scale>
          <a:sx n="100" d="100"/>
          <a:sy n="100" d="100"/>
        </p:scale>
        <p:origin x="0" y="0"/>
      </p:cViewPr>
      <p:guideLst>
        <p:guide orient="horz" pos="1620"/>
        <p:guide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 Id="rId20" Type="http://schemas.openxmlformats.org/officeDocument/2006/relationships/font" Target="fonts/font9.fntdata"/><Relationship Id="rId21" Type="http://schemas.openxmlformats.org/officeDocument/2006/relationships/font" Target="fonts/font10.fntdata"/><Relationship Id="rId22" Type="http://schemas.openxmlformats.org/officeDocument/2006/relationships/font" Target="fonts/font11.fntdata"/><Relationship Id="rId23" Type="http://schemas.openxmlformats.org/officeDocument/2006/relationships/font" Target="fonts/font12.fntdata"/><Relationship Id="rId24" Type="http://schemas.openxmlformats.org/officeDocument/2006/relationships/font" Target="fonts/font13.fntdata"/><Relationship Id="rId25" Type="http://schemas.openxmlformats.org/officeDocument/2006/relationships/font" Target="fonts/font14.fntdata"/><Relationship Id="rId26" Type="http://schemas.openxmlformats.org/officeDocument/2006/relationships/tableStyles" Target="tableStyles.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61" name="Shape 2"/>
        <p:cNvGrpSpPr/>
        <p:nvPr/>
      </p:nvGrpSpPr>
      <p:grpSpPr>
        <a:xfrm>
          <a:off x="0" y="0"/>
          <a:ext cx="0" cy="0"/>
          <a:chOff x="0" y="0"/>
          <a:chExt cx="0" cy="0"/>
        </a:xfrm>
      </p:grpSpPr>
      <p:sp>
        <p:nvSpPr>
          <p:cNvPr id="1048649" name="Google Shape;3;n"/>
          <p:cNvSpPr/>
          <p:nvPr>
            <p:ph type="sldImg" idx="2"/>
          </p:nvPr>
        </p:nvSpPr>
        <p:spPr>
          <a:xfrm>
            <a:off x="381300" y="685800"/>
            <a:ext cx="609607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50" name="Google Shape;4;n"/>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algn="l" indent="-317500" lvl="0" marL="4572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1pPr>
            <a:lvl2pPr algn="l" indent="-317500" lvl="1" marL="9144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2pPr>
            <a:lvl3pPr algn="l" indent="-317500" lvl="2" marL="13716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3pPr>
            <a:lvl4pPr algn="l" indent="-317500" lvl="3" marL="18288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4pPr>
            <a:lvl5pPr algn="l" indent="-317500" lvl="4" marL="22860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5pPr>
            <a:lvl6pPr algn="l" indent="-317500" lvl="5" marL="27432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6pPr>
            <a:lvl7pPr algn="l" indent="-317500" lvl="6" marL="32004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7pPr>
            <a:lvl8pPr algn="l" indent="-317500" lvl="7" marL="36576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8pPr>
            <a:lvl9pPr algn="l" indent="-317500" lvl="8" marL="4114800" marR="0" rtl="0">
              <a:lnSpc>
                <a:spcPct val="100000"/>
              </a:lnSpc>
              <a:spcBef>
                <a:spcPts val="0"/>
              </a:spcBef>
              <a:spcAft>
                <a:spcPts val="0"/>
              </a:spcAft>
              <a:buClr>
                <a:srgbClr val="000000"/>
              </a:buClr>
              <a:buSzPts val="1400"/>
              <a:buFont typeface="Arial"/>
              <a:buChar char="■"/>
              <a:defRPr b="0" cap="none" sz="1100" i="0" strike="noStrike" u="non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 name="Shape 50"/>
        <p:cNvGrpSpPr/>
        <p:nvPr/>
      </p:nvGrpSpPr>
      <p:grpSpPr>
        <a:xfrm>
          <a:off x="0" y="0"/>
          <a:ext cx="0" cy="0"/>
          <a:chOff x="0" y="0"/>
          <a:chExt cx="0" cy="0"/>
        </a:xfrm>
      </p:grpSpPr>
      <p:sp>
        <p:nvSpPr>
          <p:cNvPr id="1048624" name="Google Shape;51;p1:notes"/>
          <p:cNvSpPr/>
          <p:nvPr>
            <p:ph type="sldImg" idx="2"/>
          </p:nvPr>
        </p:nvSpPr>
        <p:spPr>
          <a:xfrm>
            <a:off x="381300" y="685800"/>
            <a:ext cx="609607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25" name="Google Shape;52;p1: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400"/>
              <a:buNone/>
            </a:pPr>
            <a:r>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 name="Shape 60"/>
        <p:cNvGrpSpPr/>
        <p:nvPr/>
      </p:nvGrpSpPr>
      <p:grpSpPr>
        <a:xfrm>
          <a:off x="0" y="0"/>
          <a:ext cx="0" cy="0"/>
          <a:chOff x="0" y="0"/>
          <a:chExt cx="0" cy="0"/>
        </a:xfrm>
      </p:grpSpPr>
      <p:sp>
        <p:nvSpPr>
          <p:cNvPr id="1048616" name="Google Shape;61;p2:notes"/>
          <p:cNvSpPr/>
          <p:nvPr>
            <p:ph type="sldImg" idx="2"/>
          </p:nvPr>
        </p:nvSpPr>
        <p:spPr>
          <a:xfrm>
            <a:off x="3813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17" name="Google Shape;62;p2: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400"/>
              <a:buNone/>
            </a:pPr>
            <a:r>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 name="Shape 67"/>
        <p:cNvGrpSpPr/>
        <p:nvPr/>
      </p:nvGrpSpPr>
      <p:grpSpPr>
        <a:xfrm>
          <a:off x="0" y="0"/>
          <a:ext cx="0" cy="0"/>
          <a:chOff x="0" y="0"/>
          <a:chExt cx="0" cy="0"/>
        </a:xfrm>
      </p:grpSpPr>
      <p:sp>
        <p:nvSpPr>
          <p:cNvPr id="1048607" name="Google Shape;68;g7abfffc8ee_0_21:notes"/>
          <p:cNvSpPr/>
          <p:nvPr>
            <p:ph type="sldImg" idx="2"/>
          </p:nvPr>
        </p:nvSpPr>
        <p:spPr>
          <a:xfrm>
            <a:off x="3813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608" name="Google Shape;69;g7abfffc8ee_0_21: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 name="Shape 74"/>
        <p:cNvGrpSpPr/>
        <p:nvPr/>
      </p:nvGrpSpPr>
      <p:grpSpPr>
        <a:xfrm>
          <a:off x="0" y="0"/>
          <a:ext cx="0" cy="0"/>
          <a:chOff x="0" y="0"/>
          <a:chExt cx="0" cy="0"/>
        </a:xfrm>
      </p:grpSpPr>
      <p:sp>
        <p:nvSpPr>
          <p:cNvPr id="1048597" name="Google Shape;75;g7abfffc522_0_0:notes"/>
          <p:cNvSpPr/>
          <p:nvPr>
            <p:ph type="sldImg" idx="2"/>
          </p:nvPr>
        </p:nvSpPr>
        <p:spPr>
          <a:xfrm>
            <a:off x="3813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
        <p:nvSpPr>
          <p:cNvPr id="1048598" name="Google Shape;76;g7abfffc522_0_0: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 name="Shape 80"/>
        <p:cNvGrpSpPr/>
        <p:nvPr/>
      </p:nvGrpSpPr>
      <p:grpSpPr>
        <a:xfrm>
          <a:off x="0" y="0"/>
          <a:ext cx="0" cy="0"/>
          <a:chOff x="0" y="0"/>
          <a:chExt cx="0" cy="0"/>
        </a:xfrm>
      </p:grpSpPr>
      <p:sp>
        <p:nvSpPr>
          <p:cNvPr id="1048584" name="Google Shape;81;p3:notes"/>
          <p:cNvSpPr/>
          <p:nvPr>
            <p:ph type="sldImg" idx="2"/>
          </p:nvPr>
        </p:nvSpPr>
        <p:spPr>
          <a:xfrm>
            <a:off x="3813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585" name="Google Shape;82;p3: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None/>
            </a:pPr>
            <a:r>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 name="Shape 86"/>
        <p:cNvGrpSpPr/>
        <p:nvPr/>
      </p:nvGrpSpPr>
      <p:grpSpPr>
        <a:xfrm>
          <a:off x="0" y="0"/>
          <a:ext cx="0" cy="0"/>
          <a:chOff x="0" y="0"/>
          <a:chExt cx="0" cy="0"/>
        </a:xfrm>
      </p:grpSpPr>
      <p:sp>
        <p:nvSpPr>
          <p:cNvPr id="1048593" name="Google Shape;87;p5:notes"/>
          <p:cNvSpPr/>
          <p:nvPr>
            <p:ph type="sldImg" idx="2"/>
          </p:nvPr>
        </p:nvSpPr>
        <p:spPr>
          <a:xfrm>
            <a:off x="3813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594" name="Google Shape;88;p5: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None/>
            </a:pPr>
            <a:r>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 name="Shape 92"/>
        <p:cNvGrpSpPr/>
        <p:nvPr/>
      </p:nvGrpSpPr>
      <p:grpSpPr>
        <a:xfrm>
          <a:off x="0" y="0"/>
          <a:ext cx="0" cy="0"/>
          <a:chOff x="0" y="0"/>
          <a:chExt cx="0" cy="0"/>
        </a:xfrm>
      </p:grpSpPr>
      <p:sp>
        <p:nvSpPr>
          <p:cNvPr id="1048602" name="Google Shape;93;p6:notes"/>
          <p:cNvSpPr/>
          <p:nvPr>
            <p:ph type="sldImg" idx="2"/>
          </p:nvPr>
        </p:nvSpPr>
        <p:spPr>
          <a:xfrm>
            <a:off x="3813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3" name="Google Shape;94;p6: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400"/>
              <a:buNone/>
            </a:pPr>
            <a:r>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 name="Shape 99"/>
        <p:cNvGrpSpPr/>
        <p:nvPr/>
      </p:nvGrpSpPr>
      <p:grpSpPr>
        <a:xfrm>
          <a:off x="0" y="0"/>
          <a:ext cx="0" cy="0"/>
          <a:chOff x="0" y="0"/>
          <a:chExt cx="0" cy="0"/>
        </a:xfrm>
      </p:grpSpPr>
      <p:sp>
        <p:nvSpPr>
          <p:cNvPr id="1048611" name="Google Shape;100;p7:notes"/>
          <p:cNvSpPr/>
          <p:nvPr>
            <p:ph type="sldImg" idx="2"/>
          </p:nvPr>
        </p:nvSpPr>
        <p:spPr>
          <a:xfrm>
            <a:off x="3813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12" name="Google Shape;101;p7: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400"/>
              <a:buNone/>
            </a:pPr>
            <a:r>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 name="Shape 105"/>
        <p:cNvGrpSpPr/>
        <p:nvPr/>
      </p:nvGrpSpPr>
      <p:grpSpPr>
        <a:xfrm>
          <a:off x="0" y="0"/>
          <a:ext cx="0" cy="0"/>
          <a:chOff x="0" y="0"/>
          <a:chExt cx="0" cy="0"/>
        </a:xfrm>
      </p:grpSpPr>
      <p:sp>
        <p:nvSpPr>
          <p:cNvPr id="1048628" name="Google Shape;106;p13:notes"/>
          <p:cNvSpPr/>
          <p:nvPr>
            <p:ph type="sldImg" idx="2"/>
          </p:nvPr>
        </p:nvSpPr>
        <p:spPr>
          <a:xfrm>
            <a:off x="3813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29" name="Google Shape;107;p13: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400"/>
              <a:buNone/>
            </a:pPr>
            <a:r>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46" name="Shape 9"/>
        <p:cNvGrpSpPr/>
        <p:nvPr/>
      </p:nvGrpSpPr>
      <p:grpSpPr>
        <a:xfrm>
          <a:off x="0" y="0"/>
          <a:ext cx="0" cy="0"/>
          <a:chOff x="0" y="0"/>
          <a:chExt cx="0" cy="0"/>
        </a:xfrm>
      </p:grpSpPr>
      <p:sp>
        <p:nvSpPr>
          <p:cNvPr id="1048618" name="Google Shape;10;p2"/>
          <p:cNvSpPr txBox="1"/>
          <p:nvPr>
            <p:ph type="ctrTitle"/>
          </p:nvPr>
        </p:nvSpPr>
        <p:spPr>
          <a:xfrm>
            <a:off x="311708" y="744575"/>
            <a:ext cx="8520600" cy="2052600"/>
          </a:xfrm>
          <a:prstGeom prst="rect"/>
        </p:spPr>
        <p:txBody>
          <a:bodyPr anchor="b" anchorCtr="0" bIns="91425" lIns="91425" rIns="91425" spcFirstLastPara="1" tIns="91425" wrap="square">
            <a:noAutofit/>
          </a:bodyPr>
          <a:lstStyle>
            <a:lvl1pPr algn="ctr" lvl="0">
              <a:spcBef>
                <a:spcPts val="0"/>
              </a:spcBef>
              <a:spcAft>
                <a:spcPts val="0"/>
              </a:spcAft>
              <a:buSzPts val="5200"/>
              <a:buNone/>
              <a:defRPr sz="5200"/>
            </a:lvl1pPr>
            <a:lvl2pPr algn="ctr" lvl="1">
              <a:spcBef>
                <a:spcPts val="0"/>
              </a:spcBef>
              <a:spcAft>
                <a:spcPts val="0"/>
              </a:spcAft>
              <a:buSzPts val="5200"/>
              <a:buNone/>
              <a:defRPr sz="5200"/>
            </a:lvl2pPr>
            <a:lvl3pPr algn="ctr" lvl="2">
              <a:spcBef>
                <a:spcPts val="0"/>
              </a:spcBef>
              <a:spcAft>
                <a:spcPts val="0"/>
              </a:spcAft>
              <a:buSzPts val="5200"/>
              <a:buNone/>
              <a:defRPr sz="5200"/>
            </a:lvl3pPr>
            <a:lvl4pPr algn="ctr" lvl="3">
              <a:spcBef>
                <a:spcPts val="0"/>
              </a:spcBef>
              <a:spcAft>
                <a:spcPts val="0"/>
              </a:spcAft>
              <a:buSzPts val="5200"/>
              <a:buNone/>
              <a:defRPr sz="5200"/>
            </a:lvl4pPr>
            <a:lvl5pPr algn="ctr" lvl="4">
              <a:spcBef>
                <a:spcPts val="0"/>
              </a:spcBef>
              <a:spcAft>
                <a:spcPts val="0"/>
              </a:spcAft>
              <a:buSzPts val="5200"/>
              <a:buNone/>
              <a:defRPr sz="5200"/>
            </a:lvl5pPr>
            <a:lvl6pPr algn="ctr" lvl="5">
              <a:spcBef>
                <a:spcPts val="0"/>
              </a:spcBef>
              <a:spcAft>
                <a:spcPts val="0"/>
              </a:spcAft>
              <a:buSzPts val="5200"/>
              <a:buNone/>
              <a:defRPr sz="5200"/>
            </a:lvl6pPr>
            <a:lvl7pPr algn="ctr" lvl="6">
              <a:spcBef>
                <a:spcPts val="0"/>
              </a:spcBef>
              <a:spcAft>
                <a:spcPts val="0"/>
              </a:spcAft>
              <a:buSzPts val="5200"/>
              <a:buNone/>
              <a:defRPr sz="5200"/>
            </a:lvl7pPr>
            <a:lvl8pPr algn="ctr" lvl="7">
              <a:spcBef>
                <a:spcPts val="0"/>
              </a:spcBef>
              <a:spcAft>
                <a:spcPts val="0"/>
              </a:spcAft>
              <a:buSzPts val="5200"/>
              <a:buNone/>
              <a:defRPr sz="5200"/>
            </a:lvl8pPr>
            <a:lvl9pPr algn="ctr" lvl="8">
              <a:spcBef>
                <a:spcPts val="0"/>
              </a:spcBef>
              <a:spcAft>
                <a:spcPts val="0"/>
              </a:spcAft>
              <a:buSzPts val="5200"/>
              <a:buNone/>
              <a:defRPr sz="5200"/>
            </a:lvl9pPr>
          </a:lstStyle>
          <a:p/>
        </p:txBody>
      </p:sp>
      <p:sp>
        <p:nvSpPr>
          <p:cNvPr id="1048619" name="Google Shape;11;p2"/>
          <p:cNvSpPr txBox="1"/>
          <p:nvPr>
            <p:ph type="subTitle" idx="1"/>
          </p:nvPr>
        </p:nvSpPr>
        <p:spPr>
          <a:xfrm>
            <a:off x="311700" y="2834125"/>
            <a:ext cx="8520600" cy="792600"/>
          </a:xfrm>
          <a:prstGeom prst="rect"/>
        </p:spPr>
        <p:txBody>
          <a:bodyPr anchor="t" anchorCtr="0" bIns="91425" lIns="91425" rIns="91425" spcFirstLastPara="1" tIns="91425" wrap="square">
            <a:noAutofit/>
          </a:bodyPr>
          <a:lstStyle>
            <a:lvl1pPr algn="ctr" lvl="0">
              <a:lnSpc>
                <a:spcPct val="100000"/>
              </a:lnSpc>
              <a:spcBef>
                <a:spcPts val="0"/>
              </a:spcBef>
              <a:spcAft>
                <a:spcPts val="0"/>
              </a:spcAft>
              <a:buSzPts val="2800"/>
              <a:buNone/>
              <a:defRPr sz="2800"/>
            </a:lvl1pPr>
            <a:lvl2pPr algn="ctr" lvl="1">
              <a:lnSpc>
                <a:spcPct val="100000"/>
              </a:lnSpc>
              <a:spcBef>
                <a:spcPts val="0"/>
              </a:spcBef>
              <a:spcAft>
                <a:spcPts val="0"/>
              </a:spcAft>
              <a:buSzPts val="2800"/>
              <a:buNone/>
              <a:defRPr sz="2800"/>
            </a:lvl2pPr>
            <a:lvl3pPr algn="ctr" lvl="2">
              <a:lnSpc>
                <a:spcPct val="100000"/>
              </a:lnSpc>
              <a:spcBef>
                <a:spcPts val="0"/>
              </a:spcBef>
              <a:spcAft>
                <a:spcPts val="0"/>
              </a:spcAft>
              <a:buSzPts val="2800"/>
              <a:buNone/>
              <a:defRPr sz="2800"/>
            </a:lvl3pPr>
            <a:lvl4pPr algn="ctr" lvl="3">
              <a:lnSpc>
                <a:spcPct val="100000"/>
              </a:lnSpc>
              <a:spcBef>
                <a:spcPts val="0"/>
              </a:spcBef>
              <a:spcAft>
                <a:spcPts val="0"/>
              </a:spcAft>
              <a:buSzPts val="2800"/>
              <a:buNone/>
              <a:defRPr sz="2800"/>
            </a:lvl4pPr>
            <a:lvl5pPr algn="ctr" lvl="4">
              <a:lnSpc>
                <a:spcPct val="100000"/>
              </a:lnSpc>
              <a:spcBef>
                <a:spcPts val="0"/>
              </a:spcBef>
              <a:spcAft>
                <a:spcPts val="0"/>
              </a:spcAft>
              <a:buSzPts val="2800"/>
              <a:buNone/>
              <a:defRPr sz="2800"/>
            </a:lvl5pPr>
            <a:lvl6pPr algn="ctr" lvl="5">
              <a:lnSpc>
                <a:spcPct val="100000"/>
              </a:lnSpc>
              <a:spcBef>
                <a:spcPts val="0"/>
              </a:spcBef>
              <a:spcAft>
                <a:spcPts val="0"/>
              </a:spcAft>
              <a:buSzPts val="2800"/>
              <a:buNone/>
              <a:defRPr sz="2800"/>
            </a:lvl6pPr>
            <a:lvl7pPr algn="ctr" lvl="6">
              <a:lnSpc>
                <a:spcPct val="100000"/>
              </a:lnSpc>
              <a:spcBef>
                <a:spcPts val="0"/>
              </a:spcBef>
              <a:spcAft>
                <a:spcPts val="0"/>
              </a:spcAft>
              <a:buSzPts val="2800"/>
              <a:buNone/>
              <a:defRPr sz="2800"/>
            </a:lvl7pPr>
            <a:lvl8pPr algn="ctr" lvl="7">
              <a:lnSpc>
                <a:spcPct val="100000"/>
              </a:lnSpc>
              <a:spcBef>
                <a:spcPts val="0"/>
              </a:spcBef>
              <a:spcAft>
                <a:spcPts val="0"/>
              </a:spcAft>
              <a:buSzPts val="2800"/>
              <a:buNone/>
              <a:defRPr sz="2800"/>
            </a:lvl8pPr>
            <a:lvl9pPr algn="ctr" lvl="8">
              <a:lnSpc>
                <a:spcPct val="100000"/>
              </a:lnSpc>
              <a:spcBef>
                <a:spcPts val="0"/>
              </a:spcBef>
              <a:spcAft>
                <a:spcPts val="0"/>
              </a:spcAft>
              <a:buSzPts val="2800"/>
              <a:buNone/>
              <a:defRPr sz="2800"/>
            </a:lvl9pPr>
          </a:lstStyle>
          <a:p/>
        </p:txBody>
      </p:sp>
      <p:sp>
        <p:nvSpPr>
          <p:cNvPr id="1048620" name="Google Shape;12;p2"/>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55" name="Shape 13"/>
        <p:cNvGrpSpPr/>
        <p:nvPr/>
      </p:nvGrpSpPr>
      <p:grpSpPr>
        <a:xfrm>
          <a:off x="0" y="0"/>
          <a:ext cx="0" cy="0"/>
          <a:chOff x="0" y="0"/>
          <a:chExt cx="0" cy="0"/>
        </a:xfrm>
      </p:grpSpPr>
      <p:sp>
        <p:nvSpPr>
          <p:cNvPr id="1048634" name="Google Shape;14;p3"/>
          <p:cNvSpPr txBox="1"/>
          <p:nvPr>
            <p:ph type="title"/>
          </p:nvPr>
        </p:nvSpPr>
        <p:spPr>
          <a:xfrm>
            <a:off x="311700" y="2150850"/>
            <a:ext cx="8520600" cy="841800"/>
          </a:xfrm>
          <a:prstGeom prst="rect"/>
        </p:spPr>
        <p:txBody>
          <a:bodyPr anchor="ctr" anchorCtr="0" bIns="91425" lIns="91425" rIns="91425" spcFirstLastPara="1" tIns="91425" wrap="square">
            <a:noAutofit/>
          </a:bodyPr>
          <a:lstStyle>
            <a:lvl1pPr algn="ctr" lvl="0">
              <a:spcBef>
                <a:spcPts val="0"/>
              </a:spcBef>
              <a:spcAft>
                <a:spcPts val="0"/>
              </a:spcAft>
              <a:buSzPts val="3600"/>
              <a:buNone/>
              <a:defRPr sz="3600"/>
            </a:lvl1pPr>
            <a:lvl2pPr algn="ctr" lvl="1">
              <a:spcBef>
                <a:spcPts val="0"/>
              </a:spcBef>
              <a:spcAft>
                <a:spcPts val="0"/>
              </a:spcAft>
              <a:buSzPts val="3600"/>
              <a:buNone/>
              <a:defRPr sz="3600"/>
            </a:lvl2pPr>
            <a:lvl3pPr algn="ctr" lvl="2">
              <a:spcBef>
                <a:spcPts val="0"/>
              </a:spcBef>
              <a:spcAft>
                <a:spcPts val="0"/>
              </a:spcAft>
              <a:buSzPts val="3600"/>
              <a:buNone/>
              <a:defRPr sz="3600"/>
            </a:lvl3pPr>
            <a:lvl4pPr algn="ctr" lvl="3">
              <a:spcBef>
                <a:spcPts val="0"/>
              </a:spcBef>
              <a:spcAft>
                <a:spcPts val="0"/>
              </a:spcAft>
              <a:buSzPts val="3600"/>
              <a:buNone/>
              <a:defRPr sz="3600"/>
            </a:lvl4pPr>
            <a:lvl5pPr algn="ctr" lvl="4">
              <a:spcBef>
                <a:spcPts val="0"/>
              </a:spcBef>
              <a:spcAft>
                <a:spcPts val="0"/>
              </a:spcAft>
              <a:buSzPts val="3600"/>
              <a:buNone/>
              <a:defRPr sz="3600"/>
            </a:lvl5pPr>
            <a:lvl6pPr algn="ctr" lvl="5">
              <a:spcBef>
                <a:spcPts val="0"/>
              </a:spcBef>
              <a:spcAft>
                <a:spcPts val="0"/>
              </a:spcAft>
              <a:buSzPts val="3600"/>
              <a:buNone/>
              <a:defRPr sz="3600"/>
            </a:lvl6pPr>
            <a:lvl7pPr algn="ctr" lvl="6">
              <a:spcBef>
                <a:spcPts val="0"/>
              </a:spcBef>
              <a:spcAft>
                <a:spcPts val="0"/>
              </a:spcAft>
              <a:buSzPts val="3600"/>
              <a:buNone/>
              <a:defRPr sz="3600"/>
            </a:lvl7pPr>
            <a:lvl8pPr algn="ctr" lvl="7">
              <a:spcBef>
                <a:spcPts val="0"/>
              </a:spcBef>
              <a:spcAft>
                <a:spcPts val="0"/>
              </a:spcAft>
              <a:buSzPts val="3600"/>
              <a:buNone/>
              <a:defRPr sz="3600"/>
            </a:lvl8pPr>
            <a:lvl9pPr algn="ctr" lvl="8">
              <a:spcBef>
                <a:spcPts val="0"/>
              </a:spcBef>
              <a:spcAft>
                <a:spcPts val="0"/>
              </a:spcAft>
              <a:buSzPts val="3600"/>
              <a:buNone/>
              <a:defRPr sz="3600"/>
            </a:lvl9pPr>
          </a:lstStyle>
          <a:p/>
        </p:txBody>
      </p:sp>
      <p:sp>
        <p:nvSpPr>
          <p:cNvPr id="1048635" name="Google Shape;15;p3"/>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23" name="Shape 16"/>
        <p:cNvGrpSpPr/>
        <p:nvPr/>
      </p:nvGrpSpPr>
      <p:grpSpPr>
        <a:xfrm>
          <a:off x="0" y="0"/>
          <a:ext cx="0" cy="0"/>
          <a:chOff x="0" y="0"/>
          <a:chExt cx="0" cy="0"/>
        </a:xfrm>
      </p:grpSpPr>
      <p:sp>
        <p:nvSpPr>
          <p:cNvPr id="1048579" name="Google Shape;17;p4"/>
          <p:cNvSpPr txBox="1"/>
          <p:nvPr>
            <p:ph type="title"/>
          </p:nvPr>
        </p:nvSpPr>
        <p:spPr>
          <a:xfrm>
            <a:off x="311700" y="445025"/>
            <a:ext cx="8520600" cy="572700"/>
          </a:xfrm>
          <a:prstGeom prst="rect"/>
        </p:spPr>
        <p:txBody>
          <a:bodyPr anchor="t" anchorCtr="0" bIns="91425" lIns="91425" rIns="91425" spcFirstLastPara="1" tIns="91425" wrap="square">
            <a:noAutofit/>
          </a:bodyPr>
          <a:lstStyle>
            <a:lvl1pPr lvl="0">
              <a:spcBef>
                <a:spcPts val="0"/>
              </a:spcBef>
              <a:spcAft>
                <a:spcPts val="0"/>
              </a:spcAft>
              <a:buSzPts val="2800"/>
              <a:buNone/>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p:txBody>
      </p:sp>
      <p:sp>
        <p:nvSpPr>
          <p:cNvPr id="1048580" name="Google Shape;18;p4"/>
          <p:cNvSpPr txBox="1"/>
          <p:nvPr>
            <p:ph type="body" idx="1"/>
          </p:nvPr>
        </p:nvSpPr>
        <p:spPr>
          <a:xfrm>
            <a:off x="311700" y="1152475"/>
            <a:ext cx="8520600" cy="3416400"/>
          </a:xfrm>
          <a:prstGeom prst="rect"/>
        </p:spPr>
        <p:txBody>
          <a:bodyPr anchor="t" anchorCtr="0" bIns="91425" lIns="91425" rIns="91425" spcFirstLastPara="1" tIns="91425" wrap="square">
            <a:noAutofit/>
          </a:bodyPr>
          <a:lstStyle>
            <a:lvl1pPr indent="-342900" lvl="0" marL="457200">
              <a:spcBef>
                <a:spcPts val="0"/>
              </a:spcBef>
              <a:spcAft>
                <a:spcPts val="0"/>
              </a:spcAft>
              <a:buSzPts val="1800"/>
              <a:buChar char="●"/>
            </a:lvl1pPr>
            <a:lvl2pPr indent="-317500" lvl="1" marL="914400">
              <a:spcBef>
                <a:spcPts val="1600"/>
              </a:spcBef>
              <a:spcAft>
                <a:spcPts val="0"/>
              </a:spcAft>
              <a:buSzPts val="1400"/>
              <a:buChar char="○"/>
            </a:lvl2pPr>
            <a:lvl3pPr indent="-317500" lvl="2" marL="1371600">
              <a:spcBef>
                <a:spcPts val="1600"/>
              </a:spcBef>
              <a:spcAft>
                <a:spcPts val="0"/>
              </a:spcAft>
              <a:buSzPts val="1400"/>
              <a:buChar char="■"/>
            </a:lvl3pPr>
            <a:lvl4pPr indent="-317500" lvl="3" marL="1828800">
              <a:spcBef>
                <a:spcPts val="1600"/>
              </a:spcBef>
              <a:spcAft>
                <a:spcPts val="0"/>
              </a:spcAft>
              <a:buSzPts val="1400"/>
              <a:buChar char="●"/>
            </a:lvl4pPr>
            <a:lvl5pPr indent="-317500" lvl="4" marL="2286000">
              <a:spcBef>
                <a:spcPts val="1600"/>
              </a:spcBef>
              <a:spcAft>
                <a:spcPts val="0"/>
              </a:spcAft>
              <a:buSzPts val="1400"/>
              <a:buChar char="○"/>
            </a:lvl5pPr>
            <a:lvl6pPr indent="-317500" lvl="5" marL="2743200">
              <a:spcBef>
                <a:spcPts val="1600"/>
              </a:spcBef>
              <a:spcAft>
                <a:spcPts val="0"/>
              </a:spcAft>
              <a:buSzPts val="1400"/>
              <a:buChar char="■"/>
            </a:lvl6pPr>
            <a:lvl7pPr indent="-317500" lvl="6" marL="3200400">
              <a:spcBef>
                <a:spcPts val="1600"/>
              </a:spcBef>
              <a:spcAft>
                <a:spcPts val="0"/>
              </a:spcAft>
              <a:buSzPts val="1400"/>
              <a:buChar char="●"/>
            </a:lvl7pPr>
            <a:lvl8pPr indent="-317500" lvl="7" marL="3657600">
              <a:spcBef>
                <a:spcPts val="1600"/>
              </a:spcBef>
              <a:spcAft>
                <a:spcPts val="0"/>
              </a:spcAft>
              <a:buSzPts val="1400"/>
              <a:buChar char="○"/>
            </a:lvl8pPr>
            <a:lvl9pPr indent="-317500" lvl="8" marL="4114800">
              <a:spcBef>
                <a:spcPts val="1600"/>
              </a:spcBef>
              <a:spcAft>
                <a:spcPts val="1600"/>
              </a:spcAft>
              <a:buSzPts val="1400"/>
              <a:buChar char="■"/>
            </a:lvl9pPr>
          </a:lstStyle>
          <a:p/>
        </p:txBody>
      </p:sp>
      <p:sp>
        <p:nvSpPr>
          <p:cNvPr id="1048581" name="Google Shape;19;p4"/>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58" name="Shape 20"/>
        <p:cNvGrpSpPr/>
        <p:nvPr/>
      </p:nvGrpSpPr>
      <p:grpSpPr>
        <a:xfrm>
          <a:off x="0" y="0"/>
          <a:ext cx="0" cy="0"/>
          <a:chOff x="0" y="0"/>
          <a:chExt cx="0" cy="0"/>
        </a:xfrm>
      </p:grpSpPr>
      <p:sp>
        <p:nvSpPr>
          <p:cNvPr id="1048641" name="Google Shape;21;p5"/>
          <p:cNvSpPr txBox="1"/>
          <p:nvPr>
            <p:ph type="title"/>
          </p:nvPr>
        </p:nvSpPr>
        <p:spPr>
          <a:xfrm>
            <a:off x="311700" y="445025"/>
            <a:ext cx="8520600" cy="572700"/>
          </a:xfrm>
          <a:prstGeom prst="rect"/>
        </p:spPr>
        <p:txBody>
          <a:bodyPr anchor="t" anchorCtr="0" bIns="91425" lIns="91425" rIns="91425" spcFirstLastPara="1" tIns="91425" wrap="square">
            <a:noAutofit/>
          </a:bodyPr>
          <a:lstStyle>
            <a:lvl1pPr lvl="0">
              <a:spcBef>
                <a:spcPts val="0"/>
              </a:spcBef>
              <a:spcAft>
                <a:spcPts val="0"/>
              </a:spcAft>
              <a:buSzPts val="2800"/>
              <a:buNone/>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p:txBody>
      </p:sp>
      <p:sp>
        <p:nvSpPr>
          <p:cNvPr id="1048642" name="Google Shape;22;p5"/>
          <p:cNvSpPr txBox="1"/>
          <p:nvPr>
            <p:ph type="body" idx="1"/>
          </p:nvPr>
        </p:nvSpPr>
        <p:spPr>
          <a:xfrm>
            <a:off x="311700" y="1152475"/>
            <a:ext cx="3999900" cy="3416400"/>
          </a:xfrm>
          <a:prstGeom prst="rect"/>
        </p:spPr>
        <p:txBody>
          <a:bodyPr anchor="t" anchorCtr="0" bIns="91425" lIns="91425" rIns="91425" spcFirstLastPara="1" tIns="91425" wrap="square">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048643" name="Google Shape;23;p5"/>
          <p:cNvSpPr txBox="1"/>
          <p:nvPr>
            <p:ph type="body" idx="2"/>
          </p:nvPr>
        </p:nvSpPr>
        <p:spPr>
          <a:xfrm>
            <a:off x="4832400" y="1152475"/>
            <a:ext cx="3999900" cy="3416400"/>
          </a:xfrm>
          <a:prstGeom prst="rect"/>
        </p:spPr>
        <p:txBody>
          <a:bodyPr anchor="t" anchorCtr="0" bIns="91425" lIns="91425" rIns="91425" spcFirstLastPara="1" tIns="91425" wrap="square">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048644" name="Google Shape;24;p5"/>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59" name="Shape 25"/>
        <p:cNvGrpSpPr/>
        <p:nvPr/>
      </p:nvGrpSpPr>
      <p:grpSpPr>
        <a:xfrm>
          <a:off x="0" y="0"/>
          <a:ext cx="0" cy="0"/>
          <a:chOff x="0" y="0"/>
          <a:chExt cx="0" cy="0"/>
        </a:xfrm>
      </p:grpSpPr>
      <p:sp>
        <p:nvSpPr>
          <p:cNvPr id="1048645" name="Google Shape;26;p6"/>
          <p:cNvSpPr txBox="1"/>
          <p:nvPr>
            <p:ph type="title"/>
          </p:nvPr>
        </p:nvSpPr>
        <p:spPr>
          <a:xfrm>
            <a:off x="311700" y="445025"/>
            <a:ext cx="8520600" cy="572700"/>
          </a:xfrm>
          <a:prstGeom prst="rect"/>
        </p:spPr>
        <p:txBody>
          <a:bodyPr anchor="t" anchorCtr="0" bIns="91425" lIns="91425" rIns="91425" spcFirstLastPara="1" tIns="91425" wrap="square">
            <a:noAutofit/>
          </a:bodyPr>
          <a:lstStyle>
            <a:lvl1pPr lvl="0">
              <a:spcBef>
                <a:spcPts val="0"/>
              </a:spcBef>
              <a:spcAft>
                <a:spcPts val="0"/>
              </a:spcAft>
              <a:buSzPts val="2800"/>
              <a:buNone/>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p:txBody>
      </p:sp>
      <p:sp>
        <p:nvSpPr>
          <p:cNvPr id="1048646" name="Google Shape;27;p6"/>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53" name="Shape 28"/>
        <p:cNvGrpSpPr/>
        <p:nvPr/>
      </p:nvGrpSpPr>
      <p:grpSpPr>
        <a:xfrm>
          <a:off x="0" y="0"/>
          <a:ext cx="0" cy="0"/>
          <a:chOff x="0" y="0"/>
          <a:chExt cx="0" cy="0"/>
        </a:xfrm>
      </p:grpSpPr>
      <p:sp>
        <p:nvSpPr>
          <p:cNvPr id="1048630" name="Google Shape;29;p7"/>
          <p:cNvSpPr txBox="1"/>
          <p:nvPr>
            <p:ph type="title"/>
          </p:nvPr>
        </p:nvSpPr>
        <p:spPr>
          <a:xfrm>
            <a:off x="311700" y="555600"/>
            <a:ext cx="2808000" cy="755700"/>
          </a:xfrm>
          <a:prstGeom prst="rect"/>
        </p:spPr>
        <p:txBody>
          <a:bodyPr anchor="b" anchorCtr="0" bIns="91425" lIns="91425" rIns="91425" spcFirstLastPara="1" tIns="91425" wrap="square">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48631" name="Google Shape;30;p7"/>
          <p:cNvSpPr txBox="1"/>
          <p:nvPr>
            <p:ph type="body" idx="1"/>
          </p:nvPr>
        </p:nvSpPr>
        <p:spPr>
          <a:xfrm>
            <a:off x="311700" y="1389600"/>
            <a:ext cx="2808000" cy="3179400"/>
          </a:xfrm>
          <a:prstGeom prst="rect"/>
        </p:spPr>
        <p:txBody>
          <a:bodyPr anchor="t" anchorCtr="0" bIns="91425" lIns="91425" rIns="91425" spcFirstLastPara="1" tIns="91425" wrap="square">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048632" name="Google Shape;31;p7"/>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60" name="Shape 32"/>
        <p:cNvGrpSpPr/>
        <p:nvPr/>
      </p:nvGrpSpPr>
      <p:grpSpPr>
        <a:xfrm>
          <a:off x="0" y="0"/>
          <a:ext cx="0" cy="0"/>
          <a:chOff x="0" y="0"/>
          <a:chExt cx="0" cy="0"/>
        </a:xfrm>
      </p:grpSpPr>
      <p:sp>
        <p:nvSpPr>
          <p:cNvPr id="1048647" name="Google Shape;33;p8"/>
          <p:cNvSpPr txBox="1"/>
          <p:nvPr>
            <p:ph type="title"/>
          </p:nvPr>
        </p:nvSpPr>
        <p:spPr>
          <a:xfrm>
            <a:off x="490250" y="450150"/>
            <a:ext cx="6367800" cy="4090800"/>
          </a:xfrm>
          <a:prstGeom prst="rect"/>
        </p:spPr>
        <p:txBody>
          <a:bodyPr anchor="ctr" anchorCtr="0" bIns="91425" lIns="91425" rIns="91425" spcFirstLastPara="1" tIns="91425" wrap="square">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048648" name="Google Shape;34;p8"/>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27" name="Shape 35"/>
        <p:cNvGrpSpPr/>
        <p:nvPr/>
      </p:nvGrpSpPr>
      <p:grpSpPr>
        <a:xfrm>
          <a:off x="0" y="0"/>
          <a:ext cx="0" cy="0"/>
          <a:chOff x="0" y="0"/>
          <a:chExt cx="0" cy="0"/>
        </a:xfrm>
      </p:grpSpPr>
      <p:sp>
        <p:nvSpPr>
          <p:cNvPr id="1048586" name="Google Shape;36;p9"/>
          <p:cNvSpPr/>
          <p:nvPr/>
        </p:nvSpPr>
        <p:spPr>
          <a:xfrm>
            <a:off x="4572000" y="-125"/>
            <a:ext cx="4572000" cy="5143500"/>
          </a:xfrm>
          <a:prstGeom prst="rect"/>
          <a:solidFill>
            <a:schemeClr val="lt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7" name="Google Shape;37;p9"/>
          <p:cNvSpPr txBox="1"/>
          <p:nvPr>
            <p:ph type="title"/>
          </p:nvPr>
        </p:nvSpPr>
        <p:spPr>
          <a:xfrm>
            <a:off x="265500" y="1233175"/>
            <a:ext cx="4045200" cy="1482300"/>
          </a:xfrm>
          <a:prstGeom prst="rect"/>
        </p:spPr>
        <p:txBody>
          <a:bodyPr anchor="b" anchorCtr="0" bIns="91425" lIns="91425" rIns="91425" spcFirstLastPara="1" tIns="91425" wrap="square">
            <a:noAutofit/>
          </a:bodyPr>
          <a:lstStyle>
            <a:lvl1pPr algn="ctr" lvl="0">
              <a:spcBef>
                <a:spcPts val="0"/>
              </a:spcBef>
              <a:spcAft>
                <a:spcPts val="0"/>
              </a:spcAft>
              <a:buSzPts val="4200"/>
              <a:buNone/>
              <a:defRPr sz="4200"/>
            </a:lvl1pPr>
            <a:lvl2pPr algn="ctr" lvl="1">
              <a:spcBef>
                <a:spcPts val="0"/>
              </a:spcBef>
              <a:spcAft>
                <a:spcPts val="0"/>
              </a:spcAft>
              <a:buSzPts val="4200"/>
              <a:buNone/>
              <a:defRPr sz="4200"/>
            </a:lvl2pPr>
            <a:lvl3pPr algn="ctr" lvl="2">
              <a:spcBef>
                <a:spcPts val="0"/>
              </a:spcBef>
              <a:spcAft>
                <a:spcPts val="0"/>
              </a:spcAft>
              <a:buSzPts val="4200"/>
              <a:buNone/>
              <a:defRPr sz="4200"/>
            </a:lvl3pPr>
            <a:lvl4pPr algn="ctr" lvl="3">
              <a:spcBef>
                <a:spcPts val="0"/>
              </a:spcBef>
              <a:spcAft>
                <a:spcPts val="0"/>
              </a:spcAft>
              <a:buSzPts val="4200"/>
              <a:buNone/>
              <a:defRPr sz="4200"/>
            </a:lvl4pPr>
            <a:lvl5pPr algn="ctr" lvl="4">
              <a:spcBef>
                <a:spcPts val="0"/>
              </a:spcBef>
              <a:spcAft>
                <a:spcPts val="0"/>
              </a:spcAft>
              <a:buSzPts val="4200"/>
              <a:buNone/>
              <a:defRPr sz="4200"/>
            </a:lvl5pPr>
            <a:lvl6pPr algn="ctr" lvl="5">
              <a:spcBef>
                <a:spcPts val="0"/>
              </a:spcBef>
              <a:spcAft>
                <a:spcPts val="0"/>
              </a:spcAft>
              <a:buSzPts val="4200"/>
              <a:buNone/>
              <a:defRPr sz="4200"/>
            </a:lvl6pPr>
            <a:lvl7pPr algn="ctr" lvl="6">
              <a:spcBef>
                <a:spcPts val="0"/>
              </a:spcBef>
              <a:spcAft>
                <a:spcPts val="0"/>
              </a:spcAft>
              <a:buSzPts val="4200"/>
              <a:buNone/>
              <a:defRPr sz="4200"/>
            </a:lvl7pPr>
            <a:lvl8pPr algn="ctr" lvl="7">
              <a:spcBef>
                <a:spcPts val="0"/>
              </a:spcBef>
              <a:spcAft>
                <a:spcPts val="0"/>
              </a:spcAft>
              <a:buSzPts val="4200"/>
              <a:buNone/>
              <a:defRPr sz="4200"/>
            </a:lvl8pPr>
            <a:lvl9pPr algn="ctr" lvl="8">
              <a:spcBef>
                <a:spcPts val="0"/>
              </a:spcBef>
              <a:spcAft>
                <a:spcPts val="0"/>
              </a:spcAft>
              <a:buSzPts val="4200"/>
              <a:buNone/>
              <a:defRPr sz="4200"/>
            </a:lvl9pPr>
          </a:lstStyle>
          <a:p/>
        </p:txBody>
      </p:sp>
      <p:sp>
        <p:nvSpPr>
          <p:cNvPr id="1048588" name="Google Shape;38;p9"/>
          <p:cNvSpPr txBox="1"/>
          <p:nvPr>
            <p:ph type="subTitle" idx="1"/>
          </p:nvPr>
        </p:nvSpPr>
        <p:spPr>
          <a:xfrm>
            <a:off x="265500" y="2803075"/>
            <a:ext cx="4045200" cy="1235100"/>
          </a:xfrm>
          <a:prstGeom prst="rect"/>
        </p:spPr>
        <p:txBody>
          <a:bodyPr anchor="t" anchorCtr="0" bIns="91425" lIns="91425" rIns="91425" spcFirstLastPara="1" tIns="91425" wrap="square">
            <a:noAutofit/>
          </a:bodyPr>
          <a:lstStyle>
            <a:lvl1pPr algn="ctr" lvl="0">
              <a:lnSpc>
                <a:spcPct val="100000"/>
              </a:lnSpc>
              <a:spcBef>
                <a:spcPts val="0"/>
              </a:spcBef>
              <a:spcAft>
                <a:spcPts val="0"/>
              </a:spcAft>
              <a:buSzPts val="2100"/>
              <a:buNone/>
              <a:defRPr sz="2100"/>
            </a:lvl1pPr>
            <a:lvl2pPr algn="ctr" lvl="1">
              <a:lnSpc>
                <a:spcPct val="100000"/>
              </a:lnSpc>
              <a:spcBef>
                <a:spcPts val="0"/>
              </a:spcBef>
              <a:spcAft>
                <a:spcPts val="0"/>
              </a:spcAft>
              <a:buSzPts val="2100"/>
              <a:buNone/>
              <a:defRPr sz="2100"/>
            </a:lvl2pPr>
            <a:lvl3pPr algn="ctr" lvl="2">
              <a:lnSpc>
                <a:spcPct val="100000"/>
              </a:lnSpc>
              <a:spcBef>
                <a:spcPts val="0"/>
              </a:spcBef>
              <a:spcAft>
                <a:spcPts val="0"/>
              </a:spcAft>
              <a:buSzPts val="2100"/>
              <a:buNone/>
              <a:defRPr sz="2100"/>
            </a:lvl3pPr>
            <a:lvl4pPr algn="ctr" lvl="3">
              <a:lnSpc>
                <a:spcPct val="100000"/>
              </a:lnSpc>
              <a:spcBef>
                <a:spcPts val="0"/>
              </a:spcBef>
              <a:spcAft>
                <a:spcPts val="0"/>
              </a:spcAft>
              <a:buSzPts val="2100"/>
              <a:buNone/>
              <a:defRPr sz="2100"/>
            </a:lvl4pPr>
            <a:lvl5pPr algn="ctr" lvl="4">
              <a:lnSpc>
                <a:spcPct val="100000"/>
              </a:lnSpc>
              <a:spcBef>
                <a:spcPts val="0"/>
              </a:spcBef>
              <a:spcAft>
                <a:spcPts val="0"/>
              </a:spcAft>
              <a:buSzPts val="2100"/>
              <a:buNone/>
              <a:defRPr sz="2100"/>
            </a:lvl5pPr>
            <a:lvl6pPr algn="ctr" lvl="5">
              <a:lnSpc>
                <a:spcPct val="100000"/>
              </a:lnSpc>
              <a:spcBef>
                <a:spcPts val="0"/>
              </a:spcBef>
              <a:spcAft>
                <a:spcPts val="0"/>
              </a:spcAft>
              <a:buSzPts val="2100"/>
              <a:buNone/>
              <a:defRPr sz="2100"/>
            </a:lvl6pPr>
            <a:lvl7pPr algn="ctr" lvl="6">
              <a:lnSpc>
                <a:spcPct val="100000"/>
              </a:lnSpc>
              <a:spcBef>
                <a:spcPts val="0"/>
              </a:spcBef>
              <a:spcAft>
                <a:spcPts val="0"/>
              </a:spcAft>
              <a:buSzPts val="2100"/>
              <a:buNone/>
              <a:defRPr sz="2100"/>
            </a:lvl7pPr>
            <a:lvl8pPr algn="ctr" lvl="7">
              <a:lnSpc>
                <a:spcPct val="100000"/>
              </a:lnSpc>
              <a:spcBef>
                <a:spcPts val="0"/>
              </a:spcBef>
              <a:spcAft>
                <a:spcPts val="0"/>
              </a:spcAft>
              <a:buSzPts val="2100"/>
              <a:buNone/>
              <a:defRPr sz="2100"/>
            </a:lvl8pPr>
            <a:lvl9pPr algn="ctr" lvl="8">
              <a:lnSpc>
                <a:spcPct val="100000"/>
              </a:lnSpc>
              <a:spcBef>
                <a:spcPts val="0"/>
              </a:spcBef>
              <a:spcAft>
                <a:spcPts val="0"/>
              </a:spcAft>
              <a:buSzPts val="2100"/>
              <a:buNone/>
              <a:defRPr sz="2100"/>
            </a:lvl9pPr>
          </a:lstStyle>
          <a:p/>
        </p:txBody>
      </p:sp>
      <p:sp>
        <p:nvSpPr>
          <p:cNvPr id="1048589" name="Google Shape;39;p9"/>
          <p:cNvSpPr txBox="1"/>
          <p:nvPr>
            <p:ph type="body" idx="2"/>
          </p:nvPr>
        </p:nvSpPr>
        <p:spPr>
          <a:xfrm>
            <a:off x="4939500" y="724075"/>
            <a:ext cx="3837000" cy="3695100"/>
          </a:xfrm>
          <a:prstGeom prst="rect"/>
        </p:spPr>
        <p:txBody>
          <a:bodyPr anchor="ctr" anchorCtr="0" bIns="91425" lIns="91425" rIns="91425" spcFirstLastPara="1" tIns="91425" wrap="square">
            <a:noAutofit/>
          </a:bodyPr>
          <a:lstStyle>
            <a:lvl1pPr indent="-342900" lvl="0" marL="457200">
              <a:spcBef>
                <a:spcPts val="0"/>
              </a:spcBef>
              <a:spcAft>
                <a:spcPts val="0"/>
              </a:spcAft>
              <a:buSzPts val="1800"/>
              <a:buChar char="●"/>
            </a:lvl1pPr>
            <a:lvl2pPr indent="-317500" lvl="1" marL="914400">
              <a:spcBef>
                <a:spcPts val="1600"/>
              </a:spcBef>
              <a:spcAft>
                <a:spcPts val="0"/>
              </a:spcAft>
              <a:buSzPts val="1400"/>
              <a:buChar char="○"/>
            </a:lvl2pPr>
            <a:lvl3pPr indent="-317500" lvl="2" marL="1371600">
              <a:spcBef>
                <a:spcPts val="1600"/>
              </a:spcBef>
              <a:spcAft>
                <a:spcPts val="0"/>
              </a:spcAft>
              <a:buSzPts val="1400"/>
              <a:buChar char="■"/>
            </a:lvl3pPr>
            <a:lvl4pPr indent="-317500" lvl="3" marL="1828800">
              <a:spcBef>
                <a:spcPts val="1600"/>
              </a:spcBef>
              <a:spcAft>
                <a:spcPts val="0"/>
              </a:spcAft>
              <a:buSzPts val="1400"/>
              <a:buChar char="●"/>
            </a:lvl4pPr>
            <a:lvl5pPr indent="-317500" lvl="4" marL="2286000">
              <a:spcBef>
                <a:spcPts val="1600"/>
              </a:spcBef>
              <a:spcAft>
                <a:spcPts val="0"/>
              </a:spcAft>
              <a:buSzPts val="1400"/>
              <a:buChar char="○"/>
            </a:lvl5pPr>
            <a:lvl6pPr indent="-317500" lvl="5" marL="2743200">
              <a:spcBef>
                <a:spcPts val="1600"/>
              </a:spcBef>
              <a:spcAft>
                <a:spcPts val="0"/>
              </a:spcAft>
              <a:buSzPts val="1400"/>
              <a:buChar char="■"/>
            </a:lvl6pPr>
            <a:lvl7pPr indent="-317500" lvl="6" marL="3200400">
              <a:spcBef>
                <a:spcPts val="1600"/>
              </a:spcBef>
              <a:spcAft>
                <a:spcPts val="0"/>
              </a:spcAft>
              <a:buSzPts val="1400"/>
              <a:buChar char="●"/>
            </a:lvl7pPr>
            <a:lvl8pPr indent="-317500" lvl="7" marL="3657600">
              <a:spcBef>
                <a:spcPts val="1600"/>
              </a:spcBef>
              <a:spcAft>
                <a:spcPts val="0"/>
              </a:spcAft>
              <a:buSzPts val="1400"/>
              <a:buChar char="○"/>
            </a:lvl8pPr>
            <a:lvl9pPr indent="-317500" lvl="8" marL="4114800">
              <a:spcBef>
                <a:spcPts val="1600"/>
              </a:spcBef>
              <a:spcAft>
                <a:spcPts val="1600"/>
              </a:spcAft>
              <a:buSzPts val="1400"/>
              <a:buChar char="■"/>
            </a:lvl9pPr>
          </a:lstStyle>
          <a:p/>
        </p:txBody>
      </p:sp>
      <p:sp>
        <p:nvSpPr>
          <p:cNvPr id="1048590" name="Google Shape;40;p9"/>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56" name="Shape 41"/>
        <p:cNvGrpSpPr/>
        <p:nvPr/>
      </p:nvGrpSpPr>
      <p:grpSpPr>
        <a:xfrm>
          <a:off x="0" y="0"/>
          <a:ext cx="0" cy="0"/>
          <a:chOff x="0" y="0"/>
          <a:chExt cx="0" cy="0"/>
        </a:xfrm>
      </p:grpSpPr>
      <p:sp>
        <p:nvSpPr>
          <p:cNvPr id="1048636" name="Google Shape;42;p10"/>
          <p:cNvSpPr txBox="1"/>
          <p:nvPr>
            <p:ph type="body" idx="1"/>
          </p:nvPr>
        </p:nvSpPr>
        <p:spPr>
          <a:xfrm>
            <a:off x="311700" y="4230575"/>
            <a:ext cx="5998800" cy="605100"/>
          </a:xfrm>
          <a:prstGeom prst="rect"/>
        </p:spPr>
        <p:txBody>
          <a:bodyPr anchor="ctr" anchorCtr="0" bIns="91425" lIns="91425" rIns="91425" spcFirstLastPara="1" tIns="91425" wrap="square">
            <a:noAutofit/>
          </a:bodyPr>
          <a:lstStyle>
            <a:lvl1pPr indent="-228600" lvl="0" marL="457200">
              <a:lnSpc>
                <a:spcPct val="100000"/>
              </a:lnSpc>
              <a:spcBef>
                <a:spcPts val="0"/>
              </a:spcBef>
              <a:spcAft>
                <a:spcPts val="0"/>
              </a:spcAft>
              <a:buSzPts val="1800"/>
              <a:buNone/>
            </a:lvl1pPr>
          </a:lstStyle>
          <a:p/>
        </p:txBody>
      </p:sp>
      <p:sp>
        <p:nvSpPr>
          <p:cNvPr id="1048637" name="Google Shape;43;p10"/>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57" name="Shape 44"/>
        <p:cNvGrpSpPr/>
        <p:nvPr/>
      </p:nvGrpSpPr>
      <p:grpSpPr>
        <a:xfrm>
          <a:off x="0" y="0"/>
          <a:ext cx="0" cy="0"/>
          <a:chOff x="0" y="0"/>
          <a:chExt cx="0" cy="0"/>
        </a:xfrm>
      </p:grpSpPr>
      <p:sp>
        <p:nvSpPr>
          <p:cNvPr id="1048638" name="Google Shape;45;p11"/>
          <p:cNvSpPr txBox="1"/>
          <p:nvPr>
            <p:ph type="title" hasCustomPrompt="1"/>
          </p:nvPr>
        </p:nvSpPr>
        <p:spPr>
          <a:xfrm>
            <a:off x="311700" y="1106125"/>
            <a:ext cx="8520600" cy="1963500"/>
          </a:xfrm>
          <a:prstGeom prst="rect"/>
        </p:spPr>
        <p:txBody>
          <a:bodyPr anchor="b" anchorCtr="0" bIns="91425" lIns="91425" rIns="91425" spcFirstLastPara="1" tIns="91425" wrap="square">
            <a:noAutofit/>
          </a:bodyPr>
          <a:lstStyle>
            <a:lvl1pPr algn="ctr" lvl="0">
              <a:spcBef>
                <a:spcPts val="0"/>
              </a:spcBef>
              <a:spcAft>
                <a:spcPts val="0"/>
              </a:spcAft>
              <a:buSzPts val="12000"/>
              <a:buNone/>
              <a:defRPr sz="12000"/>
            </a:lvl1pPr>
            <a:lvl2pPr algn="ctr" lvl="1">
              <a:spcBef>
                <a:spcPts val="0"/>
              </a:spcBef>
              <a:spcAft>
                <a:spcPts val="0"/>
              </a:spcAft>
              <a:buSzPts val="12000"/>
              <a:buNone/>
              <a:defRPr sz="12000"/>
            </a:lvl2pPr>
            <a:lvl3pPr algn="ctr" lvl="2">
              <a:spcBef>
                <a:spcPts val="0"/>
              </a:spcBef>
              <a:spcAft>
                <a:spcPts val="0"/>
              </a:spcAft>
              <a:buSzPts val="12000"/>
              <a:buNone/>
              <a:defRPr sz="12000"/>
            </a:lvl3pPr>
            <a:lvl4pPr algn="ctr" lvl="3">
              <a:spcBef>
                <a:spcPts val="0"/>
              </a:spcBef>
              <a:spcAft>
                <a:spcPts val="0"/>
              </a:spcAft>
              <a:buSzPts val="12000"/>
              <a:buNone/>
              <a:defRPr sz="12000"/>
            </a:lvl4pPr>
            <a:lvl5pPr algn="ctr" lvl="4">
              <a:spcBef>
                <a:spcPts val="0"/>
              </a:spcBef>
              <a:spcAft>
                <a:spcPts val="0"/>
              </a:spcAft>
              <a:buSzPts val="12000"/>
              <a:buNone/>
              <a:defRPr sz="12000"/>
            </a:lvl5pPr>
            <a:lvl6pPr algn="ctr" lvl="5">
              <a:spcBef>
                <a:spcPts val="0"/>
              </a:spcBef>
              <a:spcAft>
                <a:spcPts val="0"/>
              </a:spcAft>
              <a:buSzPts val="12000"/>
              <a:buNone/>
              <a:defRPr sz="12000"/>
            </a:lvl6pPr>
            <a:lvl7pPr algn="ctr" lvl="6">
              <a:spcBef>
                <a:spcPts val="0"/>
              </a:spcBef>
              <a:spcAft>
                <a:spcPts val="0"/>
              </a:spcAft>
              <a:buSzPts val="12000"/>
              <a:buNone/>
              <a:defRPr sz="12000"/>
            </a:lvl7pPr>
            <a:lvl8pPr algn="ctr" lvl="7">
              <a:spcBef>
                <a:spcPts val="0"/>
              </a:spcBef>
              <a:spcAft>
                <a:spcPts val="0"/>
              </a:spcAft>
              <a:buSzPts val="12000"/>
              <a:buNone/>
              <a:defRPr sz="12000"/>
            </a:lvl8pPr>
            <a:lvl9pPr algn="ctr" lvl="8">
              <a:spcBef>
                <a:spcPts val="0"/>
              </a:spcBef>
              <a:spcAft>
                <a:spcPts val="0"/>
              </a:spcAft>
              <a:buSzPts val="12000"/>
              <a:buNone/>
              <a:defRPr sz="12000"/>
            </a:lvl9pPr>
          </a:lstStyle>
          <a:p>
            <a:r>
              <a:t>xx%</a:t>
            </a:r>
          </a:p>
        </p:txBody>
      </p:sp>
      <p:sp>
        <p:nvSpPr>
          <p:cNvPr id="1048639" name="Google Shape;46;p11"/>
          <p:cNvSpPr txBox="1"/>
          <p:nvPr>
            <p:ph type="body" idx="1"/>
          </p:nvPr>
        </p:nvSpPr>
        <p:spPr>
          <a:xfrm>
            <a:off x="311700" y="3152225"/>
            <a:ext cx="8520600" cy="1300800"/>
          </a:xfrm>
          <a:prstGeom prst="rect"/>
        </p:spPr>
        <p:txBody>
          <a:bodyPr anchor="t" anchorCtr="0" bIns="91425" lIns="91425" rIns="91425" spcFirstLastPara="1" tIns="91425" wrap="square">
            <a:noAutofit/>
          </a:bodyPr>
          <a:lstStyle>
            <a:lvl1pPr algn="ctr" indent="-342900" lvl="0" marL="457200">
              <a:spcBef>
                <a:spcPts val="0"/>
              </a:spcBef>
              <a:spcAft>
                <a:spcPts val="0"/>
              </a:spcAft>
              <a:buSzPts val="1800"/>
              <a:buChar char="●"/>
            </a:lvl1pPr>
            <a:lvl2pPr algn="ctr" indent="-317500" lvl="1" marL="914400">
              <a:spcBef>
                <a:spcPts val="1600"/>
              </a:spcBef>
              <a:spcAft>
                <a:spcPts val="0"/>
              </a:spcAft>
              <a:buSzPts val="1400"/>
              <a:buChar char="○"/>
            </a:lvl2pPr>
            <a:lvl3pPr algn="ctr" indent="-317500" lvl="2" marL="1371600">
              <a:spcBef>
                <a:spcPts val="1600"/>
              </a:spcBef>
              <a:spcAft>
                <a:spcPts val="0"/>
              </a:spcAft>
              <a:buSzPts val="1400"/>
              <a:buChar char="■"/>
            </a:lvl3pPr>
            <a:lvl4pPr algn="ctr" indent="-317500" lvl="3" marL="1828800">
              <a:spcBef>
                <a:spcPts val="1600"/>
              </a:spcBef>
              <a:spcAft>
                <a:spcPts val="0"/>
              </a:spcAft>
              <a:buSzPts val="1400"/>
              <a:buChar char="●"/>
            </a:lvl4pPr>
            <a:lvl5pPr algn="ctr" indent="-317500" lvl="4" marL="2286000">
              <a:spcBef>
                <a:spcPts val="1600"/>
              </a:spcBef>
              <a:spcAft>
                <a:spcPts val="0"/>
              </a:spcAft>
              <a:buSzPts val="1400"/>
              <a:buChar char="○"/>
            </a:lvl5pPr>
            <a:lvl6pPr algn="ctr" indent="-317500" lvl="5" marL="2743200">
              <a:spcBef>
                <a:spcPts val="1600"/>
              </a:spcBef>
              <a:spcAft>
                <a:spcPts val="0"/>
              </a:spcAft>
              <a:buSzPts val="1400"/>
              <a:buChar char="■"/>
            </a:lvl6pPr>
            <a:lvl7pPr algn="ctr" indent="-317500" lvl="6" marL="3200400">
              <a:spcBef>
                <a:spcPts val="1600"/>
              </a:spcBef>
              <a:spcAft>
                <a:spcPts val="0"/>
              </a:spcAft>
              <a:buSzPts val="1400"/>
              <a:buChar char="●"/>
            </a:lvl7pPr>
            <a:lvl8pPr algn="ctr" indent="-317500" lvl="7" marL="3657600">
              <a:spcBef>
                <a:spcPts val="1600"/>
              </a:spcBef>
              <a:spcAft>
                <a:spcPts val="0"/>
              </a:spcAft>
              <a:buSzPts val="1400"/>
              <a:buChar char="○"/>
            </a:lvl8pPr>
            <a:lvl9pPr algn="ctr" indent="-317500" lvl="8" marL="4114800">
              <a:spcBef>
                <a:spcPts val="1600"/>
              </a:spcBef>
              <a:spcAft>
                <a:spcPts val="1600"/>
              </a:spcAft>
              <a:buSzPts val="1400"/>
              <a:buChar char="■"/>
            </a:lvl9pPr>
          </a:lstStyle>
          <a:p/>
        </p:txBody>
      </p:sp>
      <p:sp>
        <p:nvSpPr>
          <p:cNvPr id="1048640" name="Google Shape;47;p11"/>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54" name="Shape 48"/>
        <p:cNvGrpSpPr/>
        <p:nvPr/>
      </p:nvGrpSpPr>
      <p:grpSpPr>
        <a:xfrm>
          <a:off x="0" y="0"/>
          <a:ext cx="0" cy="0"/>
          <a:chOff x="0" y="0"/>
          <a:chExt cx="0" cy="0"/>
        </a:xfrm>
      </p:grpSpPr>
      <p:sp>
        <p:nvSpPr>
          <p:cNvPr id="1048633" name="Google Shape;49;p12"/>
          <p:cNvSpPr txBox="1"/>
          <p:nvPr>
            <p:ph type="sldNum" idx="12"/>
          </p:nvPr>
        </p:nvSpPr>
        <p:spPr>
          <a:xfrm>
            <a:off x="8472458" y="4663217"/>
            <a:ext cx="548700" cy="393600"/>
          </a:xfrm>
          <a:prstGeom prst="rect"/>
        </p:spPr>
        <p:txBody>
          <a:bodyPr anchor="ctr" anchorCtr="0" bIns="91425" lIns="91425" rIns="91425" spcFirstLastPara="1" tIns="91425" wrap="square">
            <a:noAutofit/>
          </a:bodyPr>
          <a:lstStyle>
            <a:lvl1pPr lvl="0">
              <a:buNone/>
            </a:lvl1pPr>
            <a:lvl2pPr lvl="1">
              <a:buNone/>
            </a:lvl2pPr>
            <a:lvl3pPr lvl="2">
              <a:buNone/>
            </a:lvl3pPr>
            <a:lvl4pPr lvl="3">
              <a:buNone/>
            </a:lvl4pPr>
            <a:lvl5pPr lvl="4">
              <a:buNone/>
            </a:lvl5pPr>
            <a:lvl6pPr lvl="5">
              <a:buNone/>
            </a:lvl6pPr>
            <a:lvl7pPr lvl="6">
              <a:buNone/>
            </a:lvl7pPr>
            <a:lvl8pPr lvl="7">
              <a:buNone/>
            </a:lvl8pPr>
            <a:lvl9pPr lvl="8">
              <a:buNone/>
            </a:lvl9pPr>
          </a:lstStyle>
          <a:p>
            <a:pPr algn="r" indent="0" lvl="0" marL="0" rtl="0">
              <a:spcBef>
                <a:spcPts val="0"/>
              </a:spcBef>
              <a:spcAft>
                <a:spcPts val="0"/>
              </a:spcAft>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p:bgPr>
    </p:bg>
    <p:spTree>
      <p:nvGrpSpPr>
        <p:cNvPr id="11" name="Shape 5"/>
        <p:cNvGrpSpPr/>
        <p:nvPr/>
      </p:nvGrpSpPr>
      <p:grpSpPr>
        <a:xfrm>
          <a:off x="0" y="0"/>
          <a:ext cx="0" cy="0"/>
          <a:chOff x="0" y="0"/>
          <a:chExt cx="0" cy="0"/>
        </a:xfrm>
      </p:grpSpPr>
      <p:sp>
        <p:nvSpPr>
          <p:cNvPr id="1048576" name="Google Shape;6;p1"/>
          <p:cNvSpPr txBox="1"/>
          <p:nvPr>
            <p:ph type="title"/>
          </p:nvPr>
        </p:nvSpPr>
        <p:spPr>
          <a:xfrm>
            <a:off x="311700" y="445025"/>
            <a:ext cx="8520600" cy="572700"/>
          </a:xfrm>
          <a:prstGeom prst="rect"/>
          <a:noFill/>
          <a:ln>
            <a:noFill/>
          </a:ln>
        </p:spPr>
        <p:txBody>
          <a:bodyPr anchor="t" anchorCtr="0" bIns="91425" lIns="91425" rIns="91425" spcFirstLastPara="1" tIns="91425" wrap="square">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48577" name="Google Shape;7;p1"/>
          <p:cNvSpPr txBox="1"/>
          <p:nvPr>
            <p:ph type="body" idx="1"/>
          </p:nvPr>
        </p:nvSpPr>
        <p:spPr>
          <a:xfrm>
            <a:off x="311700" y="1152475"/>
            <a:ext cx="8520600" cy="3416400"/>
          </a:xfrm>
          <a:prstGeom prst="rect"/>
          <a:noFill/>
          <a:ln>
            <a:noFill/>
          </a:ln>
        </p:spPr>
        <p:txBody>
          <a:bodyPr anchor="t" anchorCtr="0" bIns="91425" lIns="91425" rIns="91425" spcFirstLastPara="1" tIns="91425" wrap="square">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048578" name="Google Shape;8;p1"/>
          <p:cNvSpPr txBox="1"/>
          <p:nvPr>
            <p:ph type="sldNum" idx="12"/>
          </p:nvPr>
        </p:nvSpPr>
        <p:spPr>
          <a:xfrm>
            <a:off x="8472458" y="4663217"/>
            <a:ext cx="548700" cy="393600"/>
          </a:xfrm>
          <a:prstGeom prst="rect"/>
          <a:noFill/>
          <a:ln>
            <a:noFill/>
          </a:ln>
        </p:spPr>
        <p:txBody>
          <a:bodyPr anchor="ctr" anchorCtr="0" bIns="91425" lIns="91425" rIns="91425" spcFirstLastPara="1" tIns="91425" wrap="square">
            <a:noAutofit/>
          </a:bodyPr>
          <a:lstStyle>
            <a:lvl1pPr algn="r" lvl="0">
              <a:buNone/>
              <a:defRPr sz="1000">
                <a:solidFill>
                  <a:schemeClr val="dk2"/>
                </a:solidFill>
              </a:defRPr>
            </a:lvl1pPr>
            <a:lvl2pPr algn="r" lvl="1">
              <a:buNone/>
              <a:defRPr sz="1000">
                <a:solidFill>
                  <a:schemeClr val="dk2"/>
                </a:solidFill>
              </a:defRPr>
            </a:lvl2pPr>
            <a:lvl3pPr algn="r" lvl="2">
              <a:buNone/>
              <a:defRPr sz="1000">
                <a:solidFill>
                  <a:schemeClr val="dk2"/>
                </a:solidFill>
              </a:defRPr>
            </a:lvl3pPr>
            <a:lvl4pPr algn="r" lvl="3">
              <a:buNone/>
              <a:defRPr sz="1000">
                <a:solidFill>
                  <a:schemeClr val="dk2"/>
                </a:solidFill>
              </a:defRPr>
            </a:lvl4pPr>
            <a:lvl5pPr algn="r" lvl="4">
              <a:buNone/>
              <a:defRPr sz="1000">
                <a:solidFill>
                  <a:schemeClr val="dk2"/>
                </a:solidFill>
              </a:defRPr>
            </a:lvl5pPr>
            <a:lvl6pPr algn="r" lvl="5">
              <a:buNone/>
              <a:defRPr sz="1000">
                <a:solidFill>
                  <a:schemeClr val="dk2"/>
                </a:solidFill>
              </a:defRPr>
            </a:lvl6pPr>
            <a:lvl7pPr algn="r" lvl="6">
              <a:buNone/>
              <a:defRPr sz="1000">
                <a:solidFill>
                  <a:schemeClr val="dk2"/>
                </a:solidFill>
              </a:defRPr>
            </a:lvl7pPr>
            <a:lvl8pPr algn="r" lvl="7">
              <a:buNone/>
              <a:defRPr sz="1000">
                <a:solidFill>
                  <a:schemeClr val="dk2"/>
                </a:solidFill>
              </a:defRPr>
            </a:lvl8pPr>
            <a:lvl9pPr algn="r" lvl="8">
              <a:buNone/>
              <a:defRPr sz="1000">
                <a:solidFill>
                  <a:schemeClr val="dk2"/>
                </a:solidFill>
              </a:defRPr>
            </a:lvl9pPr>
          </a:lstStyle>
          <a:p>
            <a:pPr algn="r" indent="0" lvl="0" marL="0" rtl="0">
              <a:spcBef>
                <a:spcPts val="0"/>
              </a:spcBef>
              <a:spcAft>
                <a:spcPts val="0"/>
              </a:spcAft>
              <a:buNone/>
            </a:pPr>
            <a:fld id="{00000000-1234-1234-1234-123412341234}" type="slidenum">
              <a:rPr lang="en"/>
              <a:t>‹#›</a:t>
            </a:fld>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8.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8.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47" name="Shape 53"/>
        <p:cNvGrpSpPr/>
        <p:nvPr/>
      </p:nvGrpSpPr>
      <p:grpSpPr>
        <a:xfrm>
          <a:off x="0" y="0"/>
          <a:ext cx="0" cy="0"/>
          <a:chOff x="0" y="0"/>
          <a:chExt cx="0" cy="0"/>
        </a:xfrm>
      </p:grpSpPr>
      <p:pic>
        <p:nvPicPr>
          <p:cNvPr id="2097156" name="Google Shape;54;p13"/>
          <p:cNvPicPr preferRelativeResize="0">
            <a:picLocks/>
          </p:cNvPicPr>
          <p:nvPr/>
        </p:nvPicPr>
        <p:blipFill>
          <a:blip xmlns:r="http://schemas.openxmlformats.org/officeDocument/2006/relationships" r:embed="rId1">
            <a:alphaModFix/>
          </a:blip>
          <a:stretch>
            <a:fillRect/>
          </a:stretch>
        </p:blipFill>
        <p:spPr>
          <a:xfrm>
            <a:off x="152400" y="152400"/>
            <a:ext cx="2076450" cy="600075"/>
          </a:xfrm>
          <a:prstGeom prst="rect"/>
          <a:noFill/>
          <a:ln>
            <a:noFill/>
          </a:ln>
        </p:spPr>
      </p:pic>
      <p:pic>
        <p:nvPicPr>
          <p:cNvPr id="2097157" name="Google Shape;55;p13"/>
          <p:cNvPicPr preferRelativeResize="0">
            <a:picLocks/>
          </p:cNvPicPr>
          <p:nvPr/>
        </p:nvPicPr>
        <p:blipFill>
          <a:blip xmlns:r="http://schemas.openxmlformats.org/officeDocument/2006/relationships" r:embed="rId2">
            <a:alphaModFix/>
          </a:blip>
          <a:stretch>
            <a:fillRect/>
          </a:stretch>
        </p:blipFill>
        <p:spPr>
          <a:xfrm>
            <a:off x="7774375" y="190500"/>
            <a:ext cx="1219200" cy="523875"/>
          </a:xfrm>
          <a:prstGeom prst="rect"/>
          <a:noFill/>
          <a:ln>
            <a:noFill/>
          </a:ln>
        </p:spPr>
      </p:pic>
      <p:sp>
        <p:nvSpPr>
          <p:cNvPr id="1048621" name="Google Shape;56;p13"/>
          <p:cNvSpPr txBox="1"/>
          <p:nvPr>
            <p:ph type="ctrTitle"/>
          </p:nvPr>
        </p:nvSpPr>
        <p:spPr>
          <a:xfrm>
            <a:off x="311700" y="744575"/>
            <a:ext cx="8520600" cy="1245300"/>
          </a:xfrm>
          <a:prstGeom prst="rect"/>
        </p:spPr>
        <p:txBody>
          <a:bodyPr anchor="b" anchorCtr="0" bIns="91425" lIns="91425" rIns="91425" spcFirstLastPara="1" tIns="91425" wrap="square">
            <a:noAutofit/>
          </a:bodyPr>
          <a:p>
            <a:pPr algn="ctr" indent="0" lvl="0" marL="0" rtl="0">
              <a:spcBef>
                <a:spcPts val="0"/>
              </a:spcBef>
              <a:spcAft>
                <a:spcPts val="0"/>
              </a:spcAft>
              <a:buNone/>
            </a:pPr>
            <a:r>
              <a:rPr altLang="en-IN" lang="en-US">
                <a:solidFill>
                  <a:srgbClr val="980000"/>
                </a:solidFill>
              </a:rPr>
              <a:t>E</a:t>
            </a:r>
            <a:r>
              <a:rPr altLang="en-IN" lang="en-US">
                <a:solidFill>
                  <a:srgbClr val="980000"/>
                </a:solidFill>
              </a:rPr>
              <a:t>A</a:t>
            </a:r>
            <a:r>
              <a:rPr altLang="en-IN" lang="en-US">
                <a:solidFill>
                  <a:srgbClr val="980000"/>
                </a:solidFill>
              </a:rPr>
              <a:t>R</a:t>
            </a:r>
            <a:r>
              <a:rPr altLang="en-IN" lang="en-US">
                <a:solidFill>
                  <a:srgbClr val="980000"/>
                </a:solidFill>
              </a:rPr>
              <a:t>L</a:t>
            </a:r>
            <a:r>
              <a:rPr altLang="en-IN" lang="en-US">
                <a:solidFill>
                  <a:srgbClr val="980000"/>
                </a:solidFill>
              </a:rPr>
              <a:t>Y</a:t>
            </a:r>
            <a:r>
              <a:rPr altLang="en-IN" lang="en-US">
                <a:solidFill>
                  <a:srgbClr val="980000"/>
                </a:solidFill>
              </a:rPr>
              <a:t> </a:t>
            </a:r>
            <a:r>
              <a:rPr altLang="en-IN" lang="en-US">
                <a:solidFill>
                  <a:srgbClr val="980000"/>
                </a:solidFill>
              </a:rPr>
              <a:t>W</a:t>
            </a:r>
            <a:r>
              <a:rPr altLang="en-IN" lang="en-US">
                <a:solidFill>
                  <a:srgbClr val="980000"/>
                </a:solidFill>
              </a:rPr>
              <a:t>A</a:t>
            </a:r>
            <a:r>
              <a:rPr altLang="en-IN" lang="en-US">
                <a:solidFill>
                  <a:srgbClr val="980000"/>
                </a:solidFill>
              </a:rPr>
              <a:t>R</a:t>
            </a:r>
            <a:r>
              <a:rPr altLang="en-IN" lang="en-US">
                <a:solidFill>
                  <a:srgbClr val="980000"/>
                </a:solidFill>
              </a:rPr>
              <a:t>N</a:t>
            </a:r>
            <a:r>
              <a:rPr altLang="en-IN" lang="en-US">
                <a:solidFill>
                  <a:srgbClr val="980000"/>
                </a:solidFill>
              </a:rPr>
              <a:t>I</a:t>
            </a:r>
            <a:r>
              <a:rPr altLang="en-IN" lang="en-US">
                <a:solidFill>
                  <a:srgbClr val="980000"/>
                </a:solidFill>
              </a:rPr>
              <a:t>N</a:t>
            </a:r>
            <a:r>
              <a:rPr altLang="en-IN" lang="en-US">
                <a:solidFill>
                  <a:srgbClr val="980000"/>
                </a:solidFill>
              </a:rPr>
              <a:t>G</a:t>
            </a:r>
            <a:r>
              <a:rPr altLang="en-IN" lang="en-US">
                <a:solidFill>
                  <a:srgbClr val="980000"/>
                </a:solidFill>
              </a:rPr>
              <a:t> </a:t>
            </a:r>
            <a:r>
              <a:rPr altLang="en-IN" lang="en-US">
                <a:solidFill>
                  <a:srgbClr val="980000"/>
                </a:solidFill>
              </a:rPr>
              <a:t>S</a:t>
            </a:r>
            <a:r>
              <a:rPr altLang="en-IN" lang="en-US">
                <a:solidFill>
                  <a:srgbClr val="980000"/>
                </a:solidFill>
              </a:rPr>
              <a:t>Y</a:t>
            </a:r>
            <a:r>
              <a:rPr altLang="en-IN" lang="en-US">
                <a:solidFill>
                  <a:srgbClr val="980000"/>
                </a:solidFill>
              </a:rPr>
              <a:t>S</a:t>
            </a:r>
            <a:r>
              <a:rPr altLang="en-IN" lang="en-US">
                <a:solidFill>
                  <a:srgbClr val="980000"/>
                </a:solidFill>
              </a:rPr>
              <a:t>T</a:t>
            </a:r>
            <a:r>
              <a:rPr altLang="en-IN" lang="en-US">
                <a:solidFill>
                  <a:srgbClr val="980000"/>
                </a:solidFill>
              </a:rPr>
              <a:t>EM</a:t>
            </a:r>
            <a:r>
              <a:rPr altLang="en-IN" lang="en-US">
                <a:solidFill>
                  <a:srgbClr val="980000"/>
                </a:solidFill>
              </a:rPr>
              <a:t> </a:t>
            </a:r>
            <a:endParaRPr>
              <a:solidFill>
                <a:srgbClr val="980000"/>
              </a:solidFill>
            </a:endParaRPr>
          </a:p>
        </p:txBody>
      </p:sp>
      <p:sp>
        <p:nvSpPr>
          <p:cNvPr id="1048622" name="Google Shape;57;p13"/>
          <p:cNvSpPr txBox="1"/>
          <p:nvPr>
            <p:ph type="subTitle" idx="1"/>
          </p:nvPr>
        </p:nvSpPr>
        <p:spPr>
          <a:xfrm>
            <a:off x="311700" y="2086150"/>
            <a:ext cx="8520600" cy="792600"/>
          </a:xfrm>
          <a:prstGeom prst="rect"/>
        </p:spPr>
        <p:txBody>
          <a:bodyPr anchor="t" anchorCtr="0" bIns="91425" lIns="91425" rIns="91425" spcFirstLastPara="1" tIns="91425" wrap="square">
            <a:noAutofit/>
          </a:bodyPr>
          <a:p>
            <a:pPr algn="ctr" indent="0" lvl="0" marL="0" rtl="0">
              <a:spcBef>
                <a:spcPts val="0"/>
              </a:spcBef>
              <a:spcAft>
                <a:spcPts val="0"/>
              </a:spcAft>
              <a:buNone/>
            </a:pPr>
            <a:r>
              <a:rPr b="1" sz="2000" lang="en">
                <a:solidFill>
                  <a:srgbClr val="073763"/>
                </a:solidFill>
              </a:rPr>
              <a:t>Innovation Sprint |</a:t>
            </a:r>
            <a:r>
              <a:rPr b="1" sz="2000" lang="en">
                <a:solidFill>
                  <a:srgbClr val="073763"/>
                </a:solidFill>
              </a:rPr>
              <a:t> Year I &amp; Semester II</a:t>
            </a:r>
            <a:endParaRPr b="1" sz="2000">
              <a:solidFill>
                <a:srgbClr val="073763"/>
              </a:solidFill>
            </a:endParaRPr>
          </a:p>
        </p:txBody>
      </p:sp>
      <p:sp>
        <p:nvSpPr>
          <p:cNvPr id="1048623" name="Google Shape;58;p13"/>
          <p:cNvSpPr txBox="1"/>
          <p:nvPr>
            <p:ph type="subTitle" idx="1"/>
          </p:nvPr>
        </p:nvSpPr>
        <p:spPr>
          <a:xfrm>
            <a:off x="311700" y="3073675"/>
            <a:ext cx="8520600" cy="1931400"/>
          </a:xfrm>
          <a:prstGeom prst="rect"/>
          <a:ln w="19050" cap="flat" cmpd="sng">
            <a:solidFill>
              <a:srgbClr val="980000"/>
            </a:solidFill>
            <a:prstDash val="solid"/>
            <a:round/>
            <a:headEnd type="none" w="sm" len="sm"/>
            <a:tailEnd type="none" w="sm" len="sm"/>
          </a:ln>
        </p:spPr>
        <p:txBody>
          <a:bodyPr anchor="t" anchorCtr="0" bIns="91425" lIns="91425" rIns="91425" spcFirstLastPara="1" tIns="91425" wrap="square">
            <a:noAutofit/>
          </a:bodyPr>
          <a:p>
            <a:pPr algn="l" indent="0" lvl="0" marL="0" rtl="0">
              <a:lnSpc>
                <a:spcPct val="115000"/>
              </a:lnSpc>
              <a:spcBef>
                <a:spcPts val="0"/>
              </a:spcBef>
              <a:spcAft>
                <a:spcPts val="0"/>
              </a:spcAft>
              <a:buNone/>
            </a:pPr>
            <a:r>
              <a:rPr sz="1100" lang="en"/>
              <a:t>Student Name: ___________________ &amp; Roll No: ___________________             Team </a:t>
            </a:r>
            <a:endParaRPr sz="1100"/>
          </a:p>
          <a:p>
            <a:pPr algn="l" indent="0" lvl="0" marL="0" rtl="0">
              <a:lnSpc>
                <a:spcPct val="115000"/>
              </a:lnSpc>
              <a:spcBef>
                <a:spcPts val="1000"/>
              </a:spcBef>
              <a:spcAft>
                <a:spcPts val="0"/>
              </a:spcAft>
              <a:buNone/>
            </a:pPr>
            <a:r>
              <a:rPr sz="1100" lang="en"/>
              <a:t>Student Name: ___________________ &amp; Roll No: ___________________             Name: _______________________________</a:t>
            </a:r>
          </a:p>
          <a:p>
            <a:pPr algn="l" indent="0" lvl="0" marL="0" rtl="0">
              <a:lnSpc>
                <a:spcPct val="115000"/>
              </a:lnSpc>
              <a:spcBef>
                <a:spcPts val="1000"/>
              </a:spcBef>
              <a:spcAft>
                <a:spcPts val="0"/>
              </a:spcAft>
              <a:buNone/>
            </a:pPr>
            <a:r>
              <a:rPr sz="1100" lang="en"/>
              <a:t>Student Name: ___________________ &amp; Roll No: ___________________</a:t>
            </a:r>
          </a:p>
          <a:p>
            <a:pPr algn="l" indent="0" lvl="0" marL="0" rtl="0">
              <a:lnSpc>
                <a:spcPct val="115000"/>
              </a:lnSpc>
              <a:spcBef>
                <a:spcPts val="1000"/>
              </a:spcBef>
              <a:spcAft>
                <a:spcPts val="0"/>
              </a:spcAft>
              <a:buNone/>
            </a:pPr>
            <a:r>
              <a:rPr sz="1100" lang="en"/>
              <a:t>Student Name: ___________________ &amp; Roll No: ___________________             Mentor</a:t>
            </a:r>
          </a:p>
          <a:p>
            <a:pPr algn="l" indent="0" lvl="0" marL="0" rtl="0">
              <a:lnSpc>
                <a:spcPct val="115000"/>
              </a:lnSpc>
              <a:spcBef>
                <a:spcPts val="1000"/>
              </a:spcBef>
              <a:spcAft>
                <a:spcPts val="0"/>
              </a:spcAft>
              <a:buNone/>
            </a:pPr>
            <a:r>
              <a:rPr sz="1100" lang="en"/>
              <a:t>Student Name: ___________________ &amp; Roll No: ___________________             Name: _______________________________</a:t>
            </a:r>
            <a:endParaRPr sz="1100"/>
          </a:p>
          <a:p>
            <a:pPr algn="l" indent="0" lvl="0" marL="0" rtl="0">
              <a:lnSpc>
                <a:spcPct val="115000"/>
              </a:lnSpc>
              <a:spcBef>
                <a:spcPts val="1000"/>
              </a:spcBef>
              <a:spcAft>
                <a:spcPts val="1000"/>
              </a:spcAft>
              <a:buClr>
                <a:schemeClr val="dk1"/>
              </a:buClr>
              <a:buSzPts val="1100"/>
              <a:buFont typeface="Arial"/>
              <a:buNone/>
            </a:pPr>
            <a:r>
              <a:rPr sz="1100" lang="en"/>
              <a:t>Student Name: ___________________ &amp; Roll No: ___________________</a:t>
            </a:r>
            <a:endParaRPr sz="1100"/>
          </a:p>
        </p:txBody>
      </p:sp>
      <p:cxnSp>
        <p:nvCxnSpPr>
          <p:cNvPr id="3145728" name="Google Shape;59;p13"/>
          <p:cNvCxnSpPr>
            <a:cxnSpLocks/>
          </p:cNvCxnSpPr>
          <p:nvPr/>
        </p:nvCxnSpPr>
        <p:spPr>
          <a:xfrm>
            <a:off x="5356700" y="3269100"/>
            <a:ext cx="9000" cy="1616700"/>
          </a:xfrm>
          <a:prstGeom prst="straightConnector1"/>
          <a:noFill/>
          <a:ln w="28575" cap="flat" cmpd="sng">
            <a:solidFill>
              <a:srgbClr val="980000"/>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3" name="Shape 63"/>
        <p:cNvGrpSpPr/>
        <p:nvPr/>
      </p:nvGrpSpPr>
      <p:grpSpPr>
        <a:xfrm>
          <a:off x="0" y="0"/>
          <a:ext cx="0" cy="0"/>
          <a:chOff x="0" y="0"/>
          <a:chExt cx="0" cy="0"/>
        </a:xfrm>
      </p:grpSpPr>
      <p:sp>
        <p:nvSpPr>
          <p:cNvPr id="1048613" name="Google Shape;64;p14"/>
          <p:cNvSpPr txBox="1"/>
          <p:nvPr>
            <p:ph type="title"/>
          </p:nvPr>
        </p:nvSpPr>
        <p:spPr>
          <a:xfrm>
            <a:off x="265500" y="527574"/>
            <a:ext cx="4045200" cy="1482300"/>
          </a:xfrm>
          <a:prstGeom prst="rect"/>
          <a:noFill/>
          <a:ln>
            <a:noFill/>
          </a:ln>
        </p:spPr>
        <p:txBody>
          <a:bodyPr anchor="b" anchorCtr="0" bIns="91425" lIns="91425" rIns="91425" spcFirstLastPara="1" tIns="91425" wrap="square">
            <a:noAutofit/>
          </a:bodyPr>
          <a:p>
            <a:pPr algn="ctr" indent="0" lvl="0" marL="0" rtl="0">
              <a:lnSpc>
                <a:spcPct val="100000"/>
              </a:lnSpc>
              <a:spcBef>
                <a:spcPts val="0"/>
              </a:spcBef>
              <a:spcAft>
                <a:spcPts val="0"/>
              </a:spcAft>
              <a:buSzPts val="4200"/>
              <a:buNone/>
            </a:pPr>
            <a:r>
              <a:rPr b="1" sz="3500" lang="en">
                <a:solidFill>
                  <a:srgbClr val="980000"/>
                </a:solidFill>
                <a:latin typeface="Roboto"/>
                <a:ea typeface="Roboto"/>
                <a:cs typeface="Roboto"/>
                <a:sym typeface="Roboto"/>
              </a:rPr>
              <a:t>Challenge</a:t>
            </a:r>
            <a:endParaRPr b="1" sz="3500">
              <a:solidFill>
                <a:srgbClr val="980000"/>
              </a:solidFill>
              <a:latin typeface="Roboto"/>
              <a:ea typeface="Roboto"/>
              <a:cs typeface="Roboto"/>
              <a:sym typeface="Roboto"/>
            </a:endParaRPr>
          </a:p>
        </p:txBody>
      </p:sp>
      <p:sp>
        <p:nvSpPr>
          <p:cNvPr id="1048614" name="Google Shape;66;p14"/>
          <p:cNvSpPr txBox="1"/>
          <p:nvPr>
            <p:ph type="subTitle" idx="1"/>
          </p:nvPr>
        </p:nvSpPr>
        <p:spPr>
          <a:xfrm>
            <a:off x="265500" y="2055647"/>
            <a:ext cx="4010022" cy="1982653"/>
          </a:xfrm>
          <a:prstGeom prst="rect"/>
        </p:spPr>
        <p:txBody>
          <a:bodyPr anchor="t" anchorCtr="0" bIns="91425" lIns="91425" rIns="91425" spcFirstLastPara="1" tIns="91425" wrap="square">
            <a:noAutofit/>
          </a:bodyPr>
          <a:p>
            <a:pPr algn="ctr" indent="0" lvl="0" marL="0" rtl="0">
              <a:lnSpc>
                <a:spcPct val="115000"/>
              </a:lnSpc>
              <a:spcBef>
                <a:spcPts val="1800"/>
              </a:spcBef>
              <a:spcAft>
                <a:spcPts val="600"/>
              </a:spcAft>
              <a:buClr>
                <a:schemeClr val="dk1"/>
              </a:buClr>
              <a:buSzPts val="1100"/>
              <a:buFont typeface="Arial"/>
              <a:buNone/>
            </a:pPr>
            <a:r>
              <a:rPr altLang="en-IN" sz="1200" lang="en-US">
                <a:solidFill>
                  <a:srgbClr val="434343"/>
                </a:solidFill>
                <a:latin typeface="Roboto"/>
                <a:ea typeface="Roboto"/>
                <a:cs typeface="Roboto"/>
                <a:sym typeface="Roboto"/>
              </a:rPr>
              <a:t>A Community-Based, Multimodal, and Culturally Aware Early Warning System (CB-MCEWS)</a:t>
            </a:r>
            <a:endParaRPr sz="1200">
              <a:solidFill>
                <a:srgbClr val="434343"/>
              </a:solidFill>
              <a:latin typeface="Roboto"/>
              <a:ea typeface="Roboto"/>
              <a:cs typeface="Roboto"/>
              <a:sym typeface="Roboto"/>
            </a:endParaRPr>
          </a:p>
        </p:txBody>
      </p:sp>
      <p:pic>
        <p:nvPicPr>
          <p:cNvPr id="2097154" name=""/>
          <p:cNvPicPr>
            <a:picLocks/>
          </p:cNvPicPr>
          <p:nvPr/>
        </p:nvPicPr>
        <p:blipFill>
          <a:blip xmlns:r="http://schemas.openxmlformats.org/officeDocument/2006/relationships" r:embed="rId1"/>
          <a:stretch>
            <a:fillRect/>
          </a:stretch>
        </p:blipFill>
        <p:spPr>
          <a:xfrm rot="0">
            <a:off x="4839147" y="2571750"/>
            <a:ext cx="3659528" cy="1915266"/>
          </a:xfrm>
          <a:prstGeom prst="rect"/>
        </p:spPr>
      </p:pic>
      <p:sp>
        <p:nvSpPr>
          <p:cNvPr id="1048615" name=""/>
          <p:cNvSpPr txBox="1"/>
          <p:nvPr/>
        </p:nvSpPr>
        <p:spPr>
          <a:xfrm>
            <a:off x="4833435" y="906600"/>
            <a:ext cx="3670955" cy="1336041"/>
          </a:xfrm>
          <a:prstGeom prst="rect"/>
        </p:spPr>
        <p:txBody>
          <a:bodyPr rtlCol="0" wrap="square">
            <a:spAutoFit/>
          </a:bodyPr>
          <a:p>
            <a:r>
              <a:rPr altLang="en-IN" b="0" sz="1200" lang="en-US">
                <a:solidFill>
                  <a:srgbClr val="000000"/>
                </a:solidFill>
              </a:rPr>
              <a:t>Problem: Vulnerable communities often lack access to timely and effective early warning systems (EWS), leaving them exposed to the devastating impacts of natural disasters and other hazards. This can lead to significant loss of life, injuries, displacement, and damage to infrastructure and livelihoods.</a:t>
            </a:r>
            <a:endParaRPr b="0" sz="2800" lang="en-GB">
              <a:solidFill>
                <a:srgbClr val="000000"/>
              </a:solidFill>
            </a:endParaRPr>
          </a:p>
        </p:txBody>
      </p:sp>
      <p:pic>
        <p:nvPicPr>
          <p:cNvPr id="2097155" name=""/>
          <p:cNvPicPr>
            <a:picLocks/>
          </p:cNvPicPr>
          <p:nvPr/>
        </p:nvPicPr>
        <p:blipFill>
          <a:blip xmlns:r="http://schemas.openxmlformats.org/officeDocument/2006/relationships" r:embed="rId2"/>
          <a:stretch>
            <a:fillRect/>
          </a:stretch>
        </p:blipFill>
        <p:spPr>
          <a:xfrm rot="0">
            <a:off x="742994" y="2571749"/>
            <a:ext cx="3090213" cy="2139529"/>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7" name="Shape 70"/>
        <p:cNvGrpSpPr/>
        <p:nvPr/>
      </p:nvGrpSpPr>
      <p:grpSpPr>
        <a:xfrm>
          <a:off x="0" y="0"/>
          <a:ext cx="0" cy="0"/>
          <a:chOff x="0" y="0"/>
          <a:chExt cx="0" cy="0"/>
        </a:xfrm>
      </p:grpSpPr>
      <p:sp>
        <p:nvSpPr>
          <p:cNvPr id="1048604" name="Google Shape;71;p15"/>
          <p:cNvSpPr txBox="1"/>
          <p:nvPr/>
        </p:nvSpPr>
        <p:spPr>
          <a:xfrm>
            <a:off x="145350" y="159000"/>
            <a:ext cx="8853300" cy="4825500"/>
          </a:xfrm>
          <a:prstGeom prst="rect"/>
          <a:noFill/>
          <a:ln>
            <a:noFill/>
          </a:ln>
        </p:spPr>
        <p:txBody>
          <a:bodyPr anchor="t" anchorCtr="0" bIns="91425" lIns="91425" rIns="91425" spcFirstLastPara="1" tIns="91425" wrap="square">
            <a:noAutofit/>
          </a:bodyPr>
          <a:p>
            <a:pPr algn="l" indent="0" lvl="0" marL="0" rtl="0">
              <a:spcBef>
                <a:spcPts val="0"/>
              </a:spcBef>
              <a:spcAft>
                <a:spcPts val="0"/>
              </a:spcAft>
              <a:buNone/>
            </a:pPr>
            <a:r>
              <a:rPr altLang="en-IN" lang="en-US"/>
              <a:t>T</a:t>
            </a:r>
            <a:r>
              <a:rPr altLang="en-IN" lang="en-US"/>
              <a:t>e</a:t>
            </a:r>
            <a:r>
              <a:rPr altLang="en-IN" lang="en-US"/>
              <a:t>a</a:t>
            </a:r>
            <a:r>
              <a:rPr altLang="en-IN" lang="en-US"/>
              <a:t>m</a:t>
            </a:r>
            <a:r>
              <a:rPr altLang="en-IN" lang="en-US"/>
              <a:t> </a:t>
            </a:r>
            <a:r>
              <a:rPr altLang="en-IN" lang="en-US"/>
              <a:t>5</a:t>
            </a:r>
            <a:r>
              <a:rPr altLang="en-IN" lang="en-US"/>
              <a:t>3</a:t>
            </a:r>
            <a:endParaRPr altLang="en-US" lang="zh-CN"/>
          </a:p>
        </p:txBody>
      </p:sp>
      <p:sp>
        <p:nvSpPr>
          <p:cNvPr id="1048605" name="Google Shape;72;p15"/>
          <p:cNvSpPr txBox="1"/>
          <p:nvPr>
            <p:ph type="title"/>
          </p:nvPr>
        </p:nvSpPr>
        <p:spPr>
          <a:xfrm>
            <a:off x="145349" y="443108"/>
            <a:ext cx="4045200" cy="1288729"/>
          </a:xfrm>
          <a:prstGeom prst="rect"/>
        </p:spPr>
        <p:txBody>
          <a:bodyPr anchor="b" anchorCtr="0" bIns="91425" lIns="91425" rIns="91425" spcFirstLastPara="1" tIns="91425" wrap="square">
            <a:noAutofit/>
          </a:bodyPr>
          <a:p>
            <a:pPr algn="ctr" indent="0" lvl="0" marL="0" rtl="0">
              <a:spcBef>
                <a:spcPts val="0"/>
              </a:spcBef>
              <a:spcAft>
                <a:spcPts val="0"/>
              </a:spcAft>
              <a:buClr>
                <a:schemeClr val="dk1"/>
              </a:buClr>
              <a:buSzPts val="4200"/>
              <a:buFont typeface="Arial"/>
              <a:buNone/>
            </a:pPr>
            <a:r>
              <a:rPr b="1" sz="3500" lang="en">
                <a:solidFill>
                  <a:srgbClr val="980000"/>
                </a:solidFill>
                <a:latin typeface="Roboto"/>
                <a:ea typeface="Roboto"/>
                <a:cs typeface="Roboto"/>
                <a:sym typeface="Roboto"/>
              </a:rPr>
              <a:t>Significance</a:t>
            </a:r>
            <a:endParaRPr>
              <a:solidFill>
                <a:srgbClr val="980000"/>
              </a:solidFill>
              <a:latin typeface="Roboto"/>
              <a:ea typeface="Roboto"/>
              <a:cs typeface="Roboto"/>
              <a:sym typeface="Roboto"/>
            </a:endParaRPr>
          </a:p>
        </p:txBody>
      </p:sp>
      <p:sp>
        <p:nvSpPr>
          <p:cNvPr id="1048606" name=""/>
          <p:cNvSpPr txBox="1"/>
          <p:nvPr/>
        </p:nvSpPr>
        <p:spPr>
          <a:xfrm>
            <a:off x="4862085" y="312686"/>
            <a:ext cx="3940200" cy="3393440"/>
          </a:xfrm>
          <a:prstGeom prst="rect"/>
        </p:spPr>
        <p:txBody>
          <a:bodyPr rtlCol="0" wrap="square">
            <a:spAutoFit/>
          </a:bodyPr>
          <a:p>
            <a:r>
              <a:rPr altLang="en-IN" sz="1200" lang="en-US">
                <a:solidFill>
                  <a:srgbClr val="000000"/>
                </a:solidFill>
              </a:rPr>
              <a:t>Vulnerable communities lack early warnings, costing lives in disasters.</a:t>
            </a:r>
            <a:endParaRPr sz="1100" lang="en-GB">
              <a:solidFill>
                <a:srgbClr val="000000"/>
              </a:solidFill>
            </a:endParaRPr>
          </a:p>
          <a:p>
            <a:endParaRPr sz="1100" lang="en-GB">
              <a:solidFill>
                <a:srgbClr val="000000"/>
              </a:solidFill>
            </a:endParaRPr>
          </a:p>
          <a:p>
            <a:r>
              <a:rPr altLang="en-IN" sz="1200" lang="en-US">
                <a:solidFill>
                  <a:srgbClr val="000000"/>
                </a:solidFill>
              </a:rPr>
              <a:t>Impact: Huge - loss of life, displacement, ruined livelihoods. Affects poorest most.</a:t>
            </a:r>
            <a:endParaRPr sz="1100" lang="en-GB">
              <a:solidFill>
                <a:srgbClr val="000000"/>
              </a:solidFill>
            </a:endParaRPr>
          </a:p>
          <a:p>
            <a:endParaRPr sz="1100" lang="en-GB">
              <a:solidFill>
                <a:srgbClr val="000000"/>
              </a:solidFill>
            </a:endParaRPr>
          </a:p>
          <a:p>
            <a:r>
              <a:rPr altLang="en-IN" sz="1200" lang="en-US">
                <a:solidFill>
                  <a:srgbClr val="000000"/>
                </a:solidFill>
              </a:rPr>
              <a:t>Widespread: Global problem - floods, earthquakes, climate change, more.</a:t>
            </a:r>
            <a:endParaRPr sz="1100" lang="en-GB">
              <a:solidFill>
                <a:srgbClr val="000000"/>
              </a:solidFill>
            </a:endParaRPr>
          </a:p>
          <a:p>
            <a:endParaRPr sz="1100" lang="en-GB">
              <a:solidFill>
                <a:srgbClr val="000000"/>
              </a:solidFill>
            </a:endParaRPr>
          </a:p>
          <a:p>
            <a:r>
              <a:rPr altLang="en-IN" sz="1200" lang="en-US">
                <a:solidFill>
                  <a:srgbClr val="000000"/>
                </a:solidFill>
              </a:rPr>
              <a:t>Importance: Saves lives, protects economies, builds resilience.</a:t>
            </a:r>
            <a:endParaRPr sz="1100" lang="en-GB">
              <a:solidFill>
                <a:srgbClr val="000000"/>
              </a:solidFill>
            </a:endParaRPr>
          </a:p>
          <a:p>
            <a:endParaRPr sz="1100" lang="en-GB">
              <a:solidFill>
                <a:srgbClr val="000000"/>
              </a:solidFill>
            </a:endParaRPr>
          </a:p>
          <a:p>
            <a:r>
              <a:rPr altLang="en-IN" sz="1200" lang="en-US">
                <a:solidFill>
                  <a:srgbClr val="000000"/>
                </a:solidFill>
              </a:rPr>
              <a:t>Why I care: Moral duty, global challenge, scalable solutions, aligns with values.</a:t>
            </a:r>
            <a:endParaRPr sz="1100" lang="en-GB">
              <a:solidFill>
                <a:srgbClr val="000000"/>
              </a:solidFill>
            </a:endParaRPr>
          </a:p>
          <a:p>
            <a:endParaRPr sz="1100" lang="en-GB">
              <a:solidFill>
                <a:srgbClr val="000000"/>
              </a:solidFill>
            </a:endParaRPr>
          </a:p>
          <a:p>
            <a:r>
              <a:rPr altLang="en-IN" sz="1200" lang="en-US">
                <a:solidFill>
                  <a:srgbClr val="000000"/>
                </a:solidFill>
              </a:rPr>
              <a:t>Image: Diverse villagers setting up a simple early warning system.</a:t>
            </a:r>
            <a:endParaRPr sz="1100" lang="en-GB">
              <a:solidFill>
                <a:srgbClr val="000000"/>
              </a:solidFill>
            </a:endParaRPr>
          </a:p>
          <a:p>
            <a:endParaRPr sz="1100" lang="en-GB">
              <a:solidFill>
                <a:srgbClr val="000000"/>
              </a:solidFill>
            </a:endParaRPr>
          </a:p>
          <a:p>
            <a:r>
              <a:rPr altLang="en-IN" sz="1200" lang="en-US">
                <a:solidFill>
                  <a:srgbClr val="000000"/>
                </a:solidFill>
              </a:rPr>
              <a:t>Goal: Safer, more resilient world for all.</a:t>
            </a:r>
            <a:endParaRPr sz="2800" lang="en-GB">
              <a:solidFill>
                <a:srgbClr val="000000"/>
              </a:solidFill>
            </a:endParaRPr>
          </a:p>
        </p:txBody>
      </p:sp>
      <p:pic>
        <p:nvPicPr>
          <p:cNvPr id="2097153" name=""/>
          <p:cNvPicPr>
            <a:picLocks/>
          </p:cNvPicPr>
          <p:nvPr/>
        </p:nvPicPr>
        <p:blipFill>
          <a:blip xmlns:r="http://schemas.openxmlformats.org/officeDocument/2006/relationships" r:embed="rId1"/>
          <a:stretch>
            <a:fillRect/>
          </a:stretch>
        </p:blipFill>
        <p:spPr>
          <a:xfrm rot="0">
            <a:off x="749076" y="2009405"/>
            <a:ext cx="2837746" cy="2813544"/>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1" name="Shape 77"/>
        <p:cNvGrpSpPr/>
        <p:nvPr/>
      </p:nvGrpSpPr>
      <p:grpSpPr>
        <a:xfrm>
          <a:off x="0" y="0"/>
          <a:ext cx="0" cy="0"/>
          <a:chOff x="0" y="0"/>
          <a:chExt cx="0" cy="0"/>
        </a:xfrm>
      </p:grpSpPr>
      <p:sp>
        <p:nvSpPr>
          <p:cNvPr id="1048595" name="Google Shape;78;p16"/>
          <p:cNvSpPr txBox="1"/>
          <p:nvPr/>
        </p:nvSpPr>
        <p:spPr>
          <a:xfrm>
            <a:off x="422500" y="564200"/>
            <a:ext cx="4037100" cy="4387800"/>
          </a:xfrm>
          <a:prstGeom prst="rect"/>
          <a:noFill/>
          <a:ln>
            <a:noFill/>
          </a:ln>
        </p:spPr>
        <p:txBody>
          <a:bodyPr anchor="t" anchorCtr="0" bIns="91425" lIns="91425" rIns="91425" spcFirstLastPara="1" tIns="91425" wrap="square">
            <a:noAutofit/>
          </a:bodyPr>
          <a:p>
            <a:pPr algn="l" indent="0" lvl="0" marL="0" rtl="0">
              <a:spcBef>
                <a:spcPts val="0"/>
              </a:spcBef>
              <a:spcAft>
                <a:spcPts val="0"/>
              </a:spcAft>
              <a:buClr>
                <a:schemeClr val="dk1"/>
              </a:buClr>
              <a:buSzPts val="2800"/>
              <a:buFont typeface="Arial"/>
              <a:buNone/>
            </a:pPr>
            <a:r>
              <a:rPr b="0" sz="3200" lang="en">
                <a:solidFill>
                  <a:srgbClr val="980000"/>
                </a:solidFill>
                <a:latin typeface="Roboto"/>
                <a:ea typeface="Roboto"/>
                <a:cs typeface="Roboto"/>
                <a:sym typeface="Roboto"/>
              </a:rPr>
              <a:t>Target User</a:t>
            </a:r>
            <a:endParaRPr b="0" sz="1100">
              <a:solidFill>
                <a:srgbClr val="980000"/>
              </a:solidFill>
              <a:latin typeface="Roboto"/>
              <a:ea typeface="Roboto"/>
              <a:cs typeface="Roboto"/>
              <a:sym typeface="Roboto"/>
            </a:endParaRPr>
          </a:p>
          <a:p>
            <a:pPr algn="l" indent="0" lvl="0" marL="0" rtl="0">
              <a:spcBef>
                <a:spcPts val="0"/>
              </a:spcBef>
              <a:spcAft>
                <a:spcPts val="0"/>
              </a:spcAft>
              <a:buClr>
                <a:schemeClr val="dk1"/>
              </a:buClr>
              <a:buSzPts val="2800"/>
              <a:buFont typeface="Arial"/>
              <a:buNone/>
            </a:pPr>
            <a:endParaRPr b="0" sz="1100">
              <a:solidFill>
                <a:srgbClr val="980000"/>
              </a:solidFill>
              <a:latin typeface="Roboto"/>
              <a:ea typeface="Roboto"/>
              <a:cs typeface="Roboto"/>
              <a:sym typeface="Roboto"/>
            </a:endParaRPr>
          </a:p>
          <a:p>
            <a:pPr algn="l" indent="0" lvl="0" marL="0" rtl="0">
              <a:spcBef>
                <a:spcPts val="0"/>
              </a:spcBef>
              <a:spcAft>
                <a:spcPts val="0"/>
              </a:spcAft>
              <a:buClr>
                <a:schemeClr val="dk1"/>
              </a:buClr>
              <a:buSzPts val="2800"/>
              <a:buFont typeface="Arial"/>
              <a:buNone/>
            </a:pPr>
            <a:r>
              <a:rPr altLang="en-IN" b="0" sz="1400" lang="en-US">
                <a:solidFill>
                  <a:srgbClr val="000000"/>
                </a:solidFill>
                <a:latin typeface="Roboto"/>
                <a:ea typeface="Roboto"/>
                <a:cs typeface="Roboto"/>
                <a:sym typeface="Roboto"/>
              </a:rPr>
              <a:t>The target users for an early warning system in vulnerable communities include residents, local leaders, relief organizations, emergency responders, infrastructure operators, and healthcare providers.</a:t>
            </a:r>
            <a:r>
              <a:rPr altLang="en-IN" b="0" sz="1400" lang="en-US">
                <a:solidFill>
                  <a:srgbClr val="000000"/>
                </a:solidFill>
                <a:latin typeface="Roboto"/>
                <a:ea typeface="Roboto"/>
                <a:cs typeface="Roboto"/>
                <a:sym typeface="Roboto"/>
              </a:rPr>
              <a:t> </a:t>
            </a:r>
            <a:r>
              <a:rPr altLang="en-IN" b="0" sz="1400" lang="en-US">
                <a:solidFill>
                  <a:srgbClr val="000000"/>
                </a:solidFill>
                <a:latin typeface="Roboto"/>
                <a:ea typeface="Roboto"/>
                <a:cs typeface="Roboto"/>
                <a:sym typeface="Roboto"/>
              </a:rPr>
              <a:t>Indigenous</a:t>
            </a:r>
            <a:r>
              <a:rPr altLang="en-IN" b="0" sz="1400" lang="en-US">
                <a:solidFill>
                  <a:srgbClr val="000000"/>
                </a:solidFill>
                <a:latin typeface="Roboto"/>
                <a:ea typeface="Roboto"/>
                <a:cs typeface="Roboto"/>
                <a:sym typeface="Roboto"/>
              </a:rPr>
              <a:t> communities living in flood-prone, remote areas with limited access to technology and infrastructure.</a:t>
            </a:r>
            <a:endParaRPr b="0" sz="1400">
              <a:solidFill>
                <a:srgbClr val="000000"/>
              </a:solidFill>
              <a:latin typeface="Roboto"/>
              <a:ea typeface="Roboto"/>
              <a:cs typeface="Roboto"/>
              <a:sym typeface="Roboto"/>
            </a:endParaRPr>
          </a:p>
          <a:p>
            <a:pPr algn="l" indent="0" lvl="0" marL="0" rtl="0">
              <a:spcBef>
                <a:spcPts val="0"/>
              </a:spcBef>
              <a:spcAft>
                <a:spcPts val="0"/>
              </a:spcAft>
              <a:buClr>
                <a:schemeClr val="dk1"/>
              </a:buClr>
              <a:buSzPts val="2800"/>
              <a:buFont typeface="Arial"/>
              <a:buNone/>
            </a:pPr>
            <a:endParaRPr b="0" sz="1100">
              <a:solidFill>
                <a:srgbClr val="980000"/>
              </a:solidFill>
              <a:latin typeface="Roboto"/>
              <a:ea typeface="Roboto"/>
              <a:cs typeface="Roboto"/>
              <a:sym typeface="Roboto"/>
            </a:endParaRPr>
          </a:p>
        </p:txBody>
      </p:sp>
      <p:sp>
        <p:nvSpPr>
          <p:cNvPr id="1048596" name="Google Shape;79;p16"/>
          <p:cNvSpPr txBox="1"/>
          <p:nvPr/>
        </p:nvSpPr>
        <p:spPr>
          <a:xfrm>
            <a:off x="4847825" y="564200"/>
            <a:ext cx="4037100" cy="4504800"/>
          </a:xfrm>
          <a:prstGeom prst="rect"/>
          <a:noFill/>
          <a:ln>
            <a:noFill/>
          </a:ln>
        </p:spPr>
        <p:txBody>
          <a:bodyPr anchor="t" anchorCtr="0" bIns="91425" lIns="91425" rIns="91425" spcFirstLastPara="1" tIns="91425" wrap="square">
            <a:noAutofit/>
          </a:bodyPr>
          <a:p>
            <a:pPr algn="l" indent="0" lvl="0" marL="0" rtl="0">
              <a:spcBef>
                <a:spcPts val="0"/>
              </a:spcBef>
              <a:spcAft>
                <a:spcPts val="0"/>
              </a:spcAft>
              <a:buClr>
                <a:schemeClr val="dk1"/>
              </a:buClr>
              <a:buSzPts val="2800"/>
              <a:buFont typeface="Arial"/>
              <a:buNone/>
            </a:pPr>
            <a:r>
              <a:rPr b="0" sz="3500" lang="en">
                <a:solidFill>
                  <a:srgbClr val="980000"/>
                </a:solidFill>
                <a:latin typeface="Roboto Black"/>
                <a:ea typeface="Roboto Black"/>
                <a:cs typeface="Roboto Black"/>
                <a:sym typeface="Roboto Black"/>
              </a:rPr>
              <a:t>Use case</a:t>
            </a:r>
            <a:endParaRPr b="0" sz="3500">
              <a:solidFill>
                <a:srgbClr val="980000"/>
              </a:solidFill>
              <a:latin typeface="Roboto Black"/>
              <a:ea typeface="Roboto Black"/>
              <a:cs typeface="Roboto Black"/>
              <a:sym typeface="Roboto Black"/>
            </a:endParaRPr>
          </a:p>
          <a:p>
            <a:pPr algn="l" indent="0" lvl="0" marL="0" rtl="0">
              <a:spcBef>
                <a:spcPts val="0"/>
              </a:spcBef>
              <a:spcAft>
                <a:spcPts val="0"/>
              </a:spcAft>
              <a:buClr>
                <a:schemeClr val="dk1"/>
              </a:buClr>
              <a:buSzPts val="2800"/>
              <a:buFont typeface="Arial"/>
              <a:buNone/>
            </a:pPr>
            <a:r>
              <a:rPr altLang="en-IN" b="0" lang="en-US"/>
              <a:t>For vulnerable communities, an early warning system could be crucial for natural disasters like floods, hurricanes, or earthquakes. The specific use case could involve timely alerts via mobile phones or community loudspeakers, providing instructions on evacuation routes, safe shelters, and essential emergency supplies. This system would aim to minimize loss of life and property by ensuring that community members are informed and prepared to take necessary actions before disaster strikes.</a:t>
            </a:r>
            <a:r>
              <a:rPr b="0"/>
              <a:t/>
            </a:r>
            <a:endParaRPr b="0" sz="3500">
              <a:solidFill>
                <a:srgbClr val="980000"/>
              </a:solidFill>
              <a:latin typeface="Roboto Black"/>
              <a:ea typeface="Roboto Black"/>
              <a:cs typeface="Roboto Black"/>
              <a:sym typeface="Roboto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p:bgPr>
    </p:bg>
    <p:spTree>
      <p:nvGrpSpPr>
        <p:cNvPr id="24" name="Shape 83"/>
        <p:cNvGrpSpPr/>
        <p:nvPr/>
      </p:nvGrpSpPr>
      <p:grpSpPr>
        <a:xfrm>
          <a:off x="0" y="0"/>
          <a:ext cx="0" cy="0"/>
          <a:chOff x="0" y="0"/>
          <a:chExt cx="0" cy="0"/>
        </a:xfrm>
      </p:grpSpPr>
      <p:sp>
        <p:nvSpPr>
          <p:cNvPr id="1048582" name="Google Shape;84;p17"/>
          <p:cNvSpPr txBox="1"/>
          <p:nvPr>
            <p:ph type="title"/>
          </p:nvPr>
        </p:nvSpPr>
        <p:spPr>
          <a:xfrm>
            <a:off x="311700" y="445025"/>
            <a:ext cx="8520600" cy="5727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2800"/>
              <a:buNone/>
            </a:pPr>
            <a:r>
              <a:rPr sz="3500" lang="en">
                <a:solidFill>
                  <a:srgbClr val="980000"/>
                </a:solidFill>
                <a:latin typeface="Roboto Black"/>
                <a:ea typeface="Roboto Black"/>
                <a:cs typeface="Roboto Black"/>
                <a:sym typeface="Roboto Black"/>
              </a:rPr>
              <a:t>Existing Solutions</a:t>
            </a:r>
            <a:endParaRPr sz="3500">
              <a:solidFill>
                <a:srgbClr val="980000"/>
              </a:solidFill>
              <a:latin typeface="Roboto Black"/>
              <a:ea typeface="Roboto Black"/>
              <a:cs typeface="Roboto Black"/>
              <a:sym typeface="Roboto Black"/>
            </a:endParaRPr>
          </a:p>
        </p:txBody>
      </p:sp>
      <p:sp>
        <p:nvSpPr>
          <p:cNvPr id="1048583" name="Google Shape;85;p17"/>
          <p:cNvSpPr txBox="1"/>
          <p:nvPr>
            <p:ph type="body" idx="1"/>
          </p:nvPr>
        </p:nvSpPr>
        <p:spPr>
          <a:xfrm>
            <a:off x="311700" y="1152475"/>
            <a:ext cx="8520600" cy="3416400"/>
          </a:xfrm>
          <a:prstGeom prst="rect"/>
        </p:spPr>
        <p:txBody>
          <a:bodyPr anchor="t" anchorCtr="0" bIns="91425" lIns="91425" rIns="91425" spcFirstLastPara="1" tIns="91425" wrap="square">
            <a:noAutofit/>
          </a:bodyPr>
          <a:p>
            <a:pPr algn="l" indent="-292100" lvl="0" marL="457200" rtl="0">
              <a:spcBef>
                <a:spcPts val="0"/>
              </a:spcBef>
              <a:spcAft>
                <a:spcPts val="0"/>
              </a:spcAft>
              <a:buClr>
                <a:srgbClr val="434343"/>
              </a:buClr>
              <a:buSzPts val="1000"/>
              <a:buFont typeface="Roboto"/>
              <a:buChar char="●"/>
            </a:pPr>
            <a:r>
              <a:rPr altLang="en-IN" b="1" sz="1200" i="1" lang="en-US">
                <a:solidFill>
                  <a:srgbClr val="434343"/>
                </a:solidFill>
                <a:latin typeface="Roboto"/>
                <a:ea typeface="Roboto"/>
                <a:cs typeface="Roboto"/>
                <a:sym typeface="Roboto"/>
              </a:rPr>
              <a:t>Satellite-based early warning systems:</a:t>
            </a:r>
            <a:endParaRPr b="1" sz="1100">
              <a:solidFill>
                <a:srgbClr val="434343"/>
              </a:solidFill>
              <a:latin typeface="Roboto"/>
              <a:ea typeface="Roboto"/>
              <a:cs typeface="Roboto"/>
              <a:sym typeface="Roboto"/>
            </a:endParaRPr>
          </a:p>
          <a:p>
            <a:pPr algn="l" indent="-292100" lvl="0" marL="457200" rtl="0">
              <a:spcBef>
                <a:spcPts val="0"/>
              </a:spcBef>
              <a:spcAft>
                <a:spcPts val="0"/>
              </a:spcAft>
              <a:buClr>
                <a:srgbClr val="434343"/>
              </a:buClr>
              <a:buSzPts val="1000"/>
              <a:buFont typeface="Roboto"/>
              <a:buChar char="●"/>
            </a:pPr>
            <a:r>
              <a:rPr altLang="en-IN" b="1" sz="1200" i="1" lang="en-US">
                <a:solidFill>
                  <a:srgbClr val="434343"/>
                </a:solidFill>
                <a:latin typeface="Roboto"/>
                <a:ea typeface="Roboto"/>
                <a:cs typeface="Roboto"/>
                <a:sym typeface="Roboto"/>
              </a:rPr>
              <a:t>Use satellites to monitor environmental changes and predict hazards like floods, wildfires, and landslides.</a:t>
            </a:r>
            <a:endParaRPr b="1" sz="1100">
              <a:solidFill>
                <a:srgbClr val="434343"/>
              </a:solidFill>
              <a:latin typeface="Roboto"/>
              <a:ea typeface="Roboto"/>
              <a:cs typeface="Roboto"/>
              <a:sym typeface="Roboto"/>
            </a:endParaRPr>
          </a:p>
          <a:p>
            <a:pPr algn="l" indent="-292100" lvl="0" marL="457200" rtl="0">
              <a:spcBef>
                <a:spcPts val="0"/>
              </a:spcBef>
              <a:spcAft>
                <a:spcPts val="0"/>
              </a:spcAft>
              <a:buClr>
                <a:srgbClr val="434343"/>
              </a:buClr>
              <a:buSzPts val="1000"/>
              <a:buFont typeface="Roboto"/>
              <a:buChar char="●"/>
            </a:pPr>
            <a:r>
              <a:rPr altLang="en-IN" b="1" sz="1200" i="1" lang="en-US">
                <a:solidFill>
                  <a:srgbClr val="434343"/>
                </a:solidFill>
                <a:latin typeface="Roboto"/>
                <a:ea typeface="Roboto"/>
                <a:cs typeface="Roboto"/>
                <a:sym typeface="Roboto"/>
              </a:rPr>
              <a:t>Examples:</a:t>
            </a:r>
            <a:endParaRPr b="1" sz="1100">
              <a:solidFill>
                <a:srgbClr val="434343"/>
              </a:solidFill>
              <a:latin typeface="Roboto"/>
              <a:ea typeface="Roboto"/>
              <a:cs typeface="Roboto"/>
              <a:sym typeface="Roboto"/>
            </a:endParaRPr>
          </a:p>
          <a:p>
            <a:pPr algn="l" indent="-292100" lvl="0" marL="457200" rtl="0">
              <a:spcBef>
                <a:spcPts val="0"/>
              </a:spcBef>
              <a:spcAft>
                <a:spcPts val="0"/>
              </a:spcAft>
              <a:buClr>
                <a:srgbClr val="434343"/>
              </a:buClr>
              <a:buSzPts val="1000"/>
              <a:buFont typeface="Roboto"/>
              <a:buChar char="●"/>
            </a:pPr>
            <a:r>
              <a:rPr altLang="en-IN" b="1" sz="1200" i="1" lang="en-US">
                <a:solidFill>
                  <a:srgbClr val="434343"/>
                </a:solidFill>
                <a:latin typeface="Roboto"/>
                <a:ea typeface="Roboto"/>
                <a:cs typeface="Roboto"/>
                <a:sym typeface="Roboto"/>
              </a:rPr>
              <a:t>The National Oceanic and Atmospheric Administration (NOAA) uses satellites to monitor weather patterns and issue warnings for potential hurricanes, floods, and other severe weather events.</a:t>
            </a:r>
            <a:endParaRPr b="1" sz="1100">
              <a:solidFill>
                <a:srgbClr val="434343"/>
              </a:solidFill>
              <a:latin typeface="Roboto"/>
              <a:ea typeface="Roboto"/>
              <a:cs typeface="Roboto"/>
              <a:sym typeface="Roboto"/>
            </a:endParaRPr>
          </a:p>
          <a:p>
            <a:pPr algn="l" indent="-292100" lvl="0" marL="457200" rtl="0">
              <a:spcBef>
                <a:spcPts val="0"/>
              </a:spcBef>
              <a:spcAft>
                <a:spcPts val="0"/>
              </a:spcAft>
              <a:buClr>
                <a:srgbClr val="434343"/>
              </a:buClr>
              <a:buSzPts val="1000"/>
              <a:buFont typeface="Roboto"/>
              <a:buChar char="●"/>
            </a:pPr>
            <a:r>
              <a:rPr altLang="en-IN" b="1" sz="1200" i="1" lang="en-US">
                <a:solidFill>
                  <a:srgbClr val="434343"/>
                </a:solidFill>
                <a:latin typeface="Roboto"/>
                <a:ea typeface="Roboto"/>
                <a:cs typeface="Roboto"/>
                <a:sym typeface="Roboto"/>
              </a:rPr>
              <a:t>The European Space Agency (ESA) has developed a Sentinel Asia program that provides satellite-based data for disaster risk reduction in Asia.</a:t>
            </a:r>
            <a:endParaRPr b="1" sz="1100">
              <a:solidFill>
                <a:srgbClr val="434343"/>
              </a:solidFill>
              <a:latin typeface="Roboto"/>
              <a:ea typeface="Roboto"/>
              <a:cs typeface="Roboto"/>
              <a:sym typeface="Roboto"/>
            </a:endParaRPr>
          </a:p>
          <a:p>
            <a:pPr algn="l" indent="0" lvl="0" marL="457200" rtl="0">
              <a:spcBef>
                <a:spcPts val="1600"/>
              </a:spcBef>
              <a:spcAft>
                <a:spcPts val="1000"/>
              </a:spcAft>
              <a:buNone/>
            </a:pPr>
            <a:r>
              <a:t/>
            </a:r>
            <a:endParaRPr sz="900" i="1">
              <a:solidFill>
                <a:schemeClr val="dk1"/>
              </a:solidFill>
              <a:latin typeface="Roboto"/>
              <a:ea typeface="Roboto"/>
              <a:cs typeface="Roboto"/>
              <a:sym typeface="Roboto"/>
            </a:endParaRPr>
          </a:p>
        </p:txBody>
      </p:sp>
      <p:pic>
        <p:nvPicPr>
          <p:cNvPr id="2097152" name=""/>
          <p:cNvPicPr>
            <a:picLocks/>
          </p:cNvPicPr>
          <p:nvPr/>
        </p:nvPicPr>
        <p:blipFill>
          <a:blip xmlns:r="http://schemas.openxmlformats.org/officeDocument/2006/relationships" r:embed="rId1"/>
          <a:srcRect l="0" t="0" r="0" b="37"/>
          <a:stretch>
            <a:fillRect/>
          </a:stretch>
        </p:blipFill>
        <p:spPr>
          <a:xfrm>
            <a:off x="2653240" y="2832442"/>
            <a:ext cx="3428373" cy="2184462"/>
          </a:xfrm>
          <a:prstGeom prst="round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8" name="Shape 89"/>
        <p:cNvGrpSpPr/>
        <p:nvPr/>
      </p:nvGrpSpPr>
      <p:grpSpPr>
        <a:xfrm>
          <a:off x="0" y="0"/>
          <a:ext cx="0" cy="0"/>
          <a:chOff x="0" y="0"/>
          <a:chExt cx="0" cy="0"/>
        </a:xfrm>
      </p:grpSpPr>
      <p:sp>
        <p:nvSpPr>
          <p:cNvPr id="1048591" name="Google Shape;90;p18"/>
          <p:cNvSpPr txBox="1"/>
          <p:nvPr>
            <p:ph type="title"/>
          </p:nvPr>
        </p:nvSpPr>
        <p:spPr>
          <a:xfrm>
            <a:off x="44625" y="1995775"/>
            <a:ext cx="4429800" cy="825000"/>
          </a:xfrm>
          <a:prstGeom prst="rect"/>
          <a:noFill/>
          <a:ln>
            <a:noFill/>
          </a:ln>
        </p:spPr>
        <p:txBody>
          <a:bodyPr anchor="b" anchorCtr="0" bIns="91425" lIns="91425" rIns="91425" spcFirstLastPara="1" tIns="91425" wrap="square">
            <a:noAutofit/>
          </a:bodyPr>
          <a:p>
            <a:pPr algn="ctr" indent="0" lvl="0" marL="0" rtl="0">
              <a:lnSpc>
                <a:spcPct val="100000"/>
              </a:lnSpc>
              <a:spcBef>
                <a:spcPts val="0"/>
              </a:spcBef>
              <a:spcAft>
                <a:spcPts val="0"/>
              </a:spcAft>
              <a:buSzPts val="4200"/>
              <a:buNone/>
            </a:pPr>
            <a:r>
              <a:rPr b="1" sz="3500" lang="en">
                <a:solidFill>
                  <a:srgbClr val="980000"/>
                </a:solidFill>
                <a:latin typeface="Roboto"/>
                <a:ea typeface="Roboto"/>
                <a:cs typeface="Roboto"/>
                <a:sym typeface="Roboto"/>
              </a:rPr>
              <a:t>Adoption Barriers</a:t>
            </a:r>
            <a:endParaRPr b="1" sz="3500">
              <a:solidFill>
                <a:srgbClr val="980000"/>
              </a:solidFill>
              <a:latin typeface="Roboto"/>
              <a:ea typeface="Roboto"/>
              <a:cs typeface="Roboto"/>
              <a:sym typeface="Roboto"/>
            </a:endParaRPr>
          </a:p>
        </p:txBody>
      </p:sp>
      <p:sp>
        <p:nvSpPr>
          <p:cNvPr id="1048651" name=""/>
          <p:cNvSpPr txBox="1"/>
          <p:nvPr/>
        </p:nvSpPr>
        <p:spPr>
          <a:xfrm>
            <a:off x="4752973" y="726795"/>
            <a:ext cx="3881979" cy="3567430"/>
          </a:xfrm>
          <a:prstGeom prst="rect"/>
        </p:spPr>
        <p:txBody>
          <a:bodyPr rtlCol="0" wrap="square">
            <a:spAutoFit/>
          </a:bodyPr>
          <a:p>
            <a:pPr algn="l">
              <a:lnSpc>
                <a:spcPct val="115000"/>
              </a:lnSpc>
            </a:pPr>
            <a:r>
              <a:rPr altLang="en-IN" b="1" sz="1200" i="1" lang="en-US">
                <a:solidFill>
                  <a:srgbClr val="404040"/>
                </a:solidFill>
                <a:latin typeface="Arial"/>
                <a:ea typeface="Arial"/>
                <a:cs typeface="Arial"/>
              </a:rPr>
              <a:t> </a:t>
            </a:r>
            <a:r>
              <a:rPr altLang="en-IN" b="1" sz="1200" i="1" lang="en-US">
                <a:solidFill>
                  <a:srgbClr val="404040"/>
                </a:solidFill>
                <a:latin typeface="Arial"/>
                <a:ea typeface="Arial"/>
                <a:cs typeface="Arial"/>
              </a:rPr>
              <a:t> </a:t>
            </a:r>
            <a:r>
              <a:rPr altLang="en-IN" b="1" sz="1200" i="1" lang="en-US">
                <a:solidFill>
                  <a:srgbClr val="404040"/>
                </a:solidFill>
                <a:latin typeface="Arial"/>
                <a:ea typeface="Arial"/>
                <a:cs typeface="Arial"/>
              </a:rPr>
              <a:t> </a:t>
            </a:r>
            <a:r>
              <a:rPr altLang="en-IN" b="1" sz="1200" i="1" lang="en-IN">
                <a:solidFill>
                  <a:srgbClr val="404040"/>
                </a:solidFill>
                <a:latin typeface="Arial"/>
                <a:ea typeface="Arial"/>
                <a:cs typeface="Arial"/>
              </a:rPr>
              <a:t>•</a:t>
            </a:r>
            <a:r>
              <a:rPr altLang="en-IN" b="1" sz="1200" i="1" lang="en-US">
                <a:solidFill>
                  <a:srgbClr val="404040"/>
                </a:solidFill>
                <a:latin typeface="Arial"/>
                <a:ea typeface="Arial"/>
                <a:cs typeface="Arial"/>
              </a:rPr>
              <a:t> </a:t>
            </a:r>
            <a:r>
              <a:rPr b="1" sz="1200" i="1" lang="en-IN">
                <a:solidFill>
                  <a:srgbClr val="404040"/>
                </a:solidFill>
                <a:latin typeface="Arial"/>
                <a:ea typeface="Arial"/>
                <a:cs typeface="Arial"/>
              </a:rPr>
              <a:t>Lac</a:t>
            </a:r>
            <a:r>
              <a:rPr b="1" sz="1200" i="1" lang="en-IN">
                <a:solidFill>
                  <a:srgbClr val="404040"/>
                </a:solidFill>
                <a:latin typeface="Arial"/>
                <a:ea typeface="Arial"/>
                <a:cs typeface="Arial"/>
              </a:rPr>
              <a:t>k of awareness: </a:t>
            </a:r>
            <a:r>
              <a:rPr b="0" sz="1200" i="1" lang="en-IN">
                <a:solidFill>
                  <a:srgbClr val="404040"/>
                </a:solidFill>
                <a:latin typeface="Arial"/>
                <a:ea typeface="Arial"/>
                <a:cs typeface="Arial"/>
              </a:rPr>
              <a:t>Communities might not understand the benefits of EWS or how to use it effectively.</a:t>
            </a:r>
            <a:r>
              <a:rPr b="0" sz="1200" i="1" lang="en-IN">
                <a:solidFill>
                  <a:srgbClr val="404040"/>
                </a:solidFill>
                <a:latin typeface="Arial"/>
                <a:ea typeface="Arial"/>
                <a:cs typeface="Arial"/>
              </a:rPr>
              <a:t> </a:t>
            </a:r>
            <a:endParaRPr b="0" sz="1100" i="1" lang="en-IN">
              <a:solidFill>
                <a:srgbClr val="404040"/>
              </a:solidFill>
              <a:latin typeface="Arial"/>
              <a:ea typeface="Arial"/>
              <a:cs typeface="Arial"/>
            </a:endParaRPr>
          </a:p>
          <a:p>
            <a:pPr algn="l">
              <a:lnSpc>
                <a:spcPct val="115000"/>
              </a:lnSpc>
            </a:pPr>
            <a:r>
              <a:rPr altLang="en-IN" b="0" sz="1200" i="1" lang="en-US">
                <a:solidFill>
                  <a:srgbClr val="404040"/>
                </a:solidFill>
                <a:latin typeface="Arial"/>
                <a:ea typeface="Arial"/>
                <a:cs typeface="Arial"/>
              </a:rPr>
              <a:t> </a:t>
            </a:r>
            <a:r>
              <a:rPr altLang="en-IN" b="1" sz="1200" i="1" lang="en-US">
                <a:solidFill>
                  <a:srgbClr val="404040"/>
                </a:solidFill>
                <a:latin typeface="Arial"/>
                <a:ea typeface="Arial"/>
                <a:cs typeface="Arial"/>
              </a:rPr>
              <a:t> </a:t>
            </a:r>
            <a:r>
              <a:rPr altLang="en-IN" b="1" sz="1200" i="1" lang="en-US">
                <a:solidFill>
                  <a:srgbClr val="404040"/>
                </a:solidFill>
                <a:latin typeface="Arial"/>
                <a:ea typeface="Arial"/>
                <a:cs typeface="Arial"/>
              </a:rPr>
              <a:t> </a:t>
            </a:r>
            <a:r>
              <a:rPr altLang="en-IN" b="1" sz="1200" i="1" lang="en-IN">
                <a:solidFill>
                  <a:srgbClr val="404040"/>
                </a:solidFill>
                <a:latin typeface="Arial"/>
                <a:ea typeface="Arial"/>
                <a:cs typeface="Arial"/>
              </a:rPr>
              <a:t>•</a:t>
            </a:r>
            <a:r>
              <a:rPr altLang="en-IN" b="1" sz="1200" i="1" lang="en-US">
                <a:solidFill>
                  <a:srgbClr val="404040"/>
                </a:solidFill>
                <a:latin typeface="Arial"/>
                <a:ea typeface="Arial"/>
                <a:cs typeface="Arial"/>
              </a:rPr>
              <a:t> </a:t>
            </a:r>
            <a:r>
              <a:rPr b="1" sz="1200" i="1" lang="en-IN">
                <a:solidFill>
                  <a:srgbClr val="404040"/>
                </a:solidFill>
                <a:latin typeface="Arial"/>
                <a:ea typeface="Arial"/>
                <a:cs typeface="Arial"/>
              </a:rPr>
              <a:t>Perceived complexity: </a:t>
            </a:r>
            <a:r>
              <a:rPr b="0" sz="1200" i="1" lang="en-IN">
                <a:solidFill>
                  <a:srgbClr val="404040"/>
                </a:solidFill>
                <a:latin typeface="Arial"/>
                <a:ea typeface="Arial"/>
                <a:cs typeface="Arial"/>
              </a:rPr>
              <a:t>Systems perceived as difficult to use or understand might discourage adoption.</a:t>
            </a:r>
            <a:r>
              <a:rPr b="0" sz="1200" i="1" lang="en-IN">
                <a:solidFill>
                  <a:srgbClr val="404040"/>
                </a:solidFill>
                <a:latin typeface="Arial"/>
                <a:ea typeface="Arial"/>
                <a:cs typeface="Arial"/>
              </a:rPr>
              <a:t> </a:t>
            </a:r>
            <a:endParaRPr b="0" sz="1100" i="1" lang="en-IN">
              <a:solidFill>
                <a:srgbClr val="404040"/>
              </a:solidFill>
              <a:latin typeface="Arial"/>
              <a:ea typeface="Arial"/>
              <a:cs typeface="Arial"/>
            </a:endParaRPr>
          </a:p>
          <a:p>
            <a:pPr algn="l">
              <a:lnSpc>
                <a:spcPct val="115000"/>
              </a:lnSpc>
            </a:pPr>
            <a:r>
              <a:rPr altLang="en-IN" b="0" sz="1200" i="1" lang="en-US">
                <a:solidFill>
                  <a:srgbClr val="404040"/>
                </a:solidFill>
                <a:latin typeface="Arial"/>
                <a:ea typeface="Arial"/>
                <a:cs typeface="Arial"/>
              </a:rPr>
              <a:t> </a:t>
            </a:r>
            <a:r>
              <a:rPr altLang="en-IN" b="0" sz="1200" i="1" lang="en-US">
                <a:solidFill>
                  <a:srgbClr val="404040"/>
                </a:solidFill>
                <a:latin typeface="Arial"/>
                <a:ea typeface="Arial"/>
                <a:cs typeface="Arial"/>
              </a:rPr>
              <a:t> </a:t>
            </a:r>
            <a:r>
              <a:rPr altLang="en-IN" b="1" sz="1200" i="1" lang="en-US">
                <a:solidFill>
                  <a:srgbClr val="404040"/>
                </a:solidFill>
                <a:latin typeface="Arial"/>
                <a:ea typeface="Arial"/>
                <a:cs typeface="Arial"/>
              </a:rPr>
              <a:t> </a:t>
            </a:r>
            <a:r>
              <a:rPr altLang="en-IN" b="1" sz="1200" i="1" lang="en-IN">
                <a:solidFill>
                  <a:srgbClr val="404040"/>
                </a:solidFill>
                <a:latin typeface="Arial"/>
                <a:ea typeface="Arial"/>
                <a:cs typeface="Arial"/>
              </a:rPr>
              <a:t>•</a:t>
            </a:r>
            <a:r>
              <a:rPr altLang="en-IN" b="1" sz="1200" i="1" lang="en-US">
                <a:solidFill>
                  <a:srgbClr val="404040"/>
                </a:solidFill>
                <a:latin typeface="Arial"/>
                <a:ea typeface="Arial"/>
                <a:cs typeface="Arial"/>
              </a:rPr>
              <a:t> </a:t>
            </a:r>
            <a:r>
              <a:rPr b="1" sz="1200" i="1" lang="en-IN">
                <a:solidFill>
                  <a:srgbClr val="404040"/>
                </a:solidFill>
                <a:latin typeface="Arial"/>
                <a:ea typeface="Arial"/>
                <a:cs typeface="Arial"/>
              </a:rPr>
              <a:t>False alarms: </a:t>
            </a:r>
            <a:r>
              <a:rPr b="0" sz="1200" i="1" lang="en-IN">
                <a:solidFill>
                  <a:srgbClr val="404040"/>
                </a:solidFill>
                <a:latin typeface="Arial"/>
                <a:ea typeface="Arial"/>
                <a:cs typeface="Arial"/>
              </a:rPr>
              <a:t>Frequent false alarms can erode trust and lead to ignoring future warnings.</a:t>
            </a:r>
            <a:r>
              <a:rPr b="0" sz="1200" i="1" lang="en-IN">
                <a:solidFill>
                  <a:srgbClr val="404040"/>
                </a:solidFill>
                <a:latin typeface="Arial"/>
                <a:ea typeface="Arial"/>
                <a:cs typeface="Arial"/>
              </a:rPr>
              <a:t> </a:t>
            </a:r>
            <a:endParaRPr b="0" sz="1100" i="1" lang="en-IN">
              <a:solidFill>
                <a:srgbClr val="404040"/>
              </a:solidFill>
              <a:latin typeface="Arial"/>
              <a:ea typeface="Arial"/>
              <a:cs typeface="Arial"/>
            </a:endParaRPr>
          </a:p>
          <a:p>
            <a:pPr algn="l">
              <a:lnSpc>
                <a:spcPct val="115000"/>
              </a:lnSpc>
            </a:pPr>
            <a:r>
              <a:rPr altLang="en-IN" b="0" sz="1200" i="1" lang="en-US">
                <a:solidFill>
                  <a:srgbClr val="404040"/>
                </a:solidFill>
                <a:latin typeface="Arial"/>
                <a:ea typeface="Arial"/>
                <a:cs typeface="Arial"/>
              </a:rPr>
              <a:t> </a:t>
            </a:r>
            <a:r>
              <a:rPr altLang="en-IN" b="0" sz="1200" i="1" lang="en-US">
                <a:solidFill>
                  <a:srgbClr val="404040"/>
                </a:solidFill>
                <a:latin typeface="Arial"/>
                <a:ea typeface="Arial"/>
                <a:cs typeface="Arial"/>
              </a:rPr>
              <a:t> </a:t>
            </a:r>
            <a:r>
              <a:rPr altLang="en-IN" b="0" sz="1200" i="1" lang="en-US">
                <a:solidFill>
                  <a:srgbClr val="404040"/>
                </a:solidFill>
                <a:latin typeface="Arial"/>
                <a:ea typeface="Arial"/>
                <a:cs typeface="Arial"/>
              </a:rPr>
              <a:t> </a:t>
            </a:r>
            <a:r>
              <a:rPr altLang="en-IN" b="1" sz="1200" i="1" lang="en-IN">
                <a:solidFill>
                  <a:srgbClr val="404040"/>
                </a:solidFill>
                <a:latin typeface="Arial"/>
                <a:ea typeface="Arial"/>
                <a:cs typeface="Arial"/>
              </a:rPr>
              <a:t>•</a:t>
            </a:r>
            <a:r>
              <a:rPr altLang="en-IN" b="1" sz="1200" i="1" lang="en-US">
                <a:solidFill>
                  <a:srgbClr val="404040"/>
                </a:solidFill>
                <a:latin typeface="Arial"/>
                <a:ea typeface="Arial"/>
                <a:cs typeface="Arial"/>
              </a:rPr>
              <a:t> </a:t>
            </a:r>
            <a:r>
              <a:rPr altLang="en-IN" b="1" sz="1200" i="1" lang="en-US">
                <a:solidFill>
                  <a:srgbClr val="404040"/>
                </a:solidFill>
                <a:latin typeface="Arial"/>
                <a:ea typeface="Arial"/>
                <a:cs typeface="Arial"/>
              </a:rPr>
              <a:t>L</a:t>
            </a:r>
            <a:r>
              <a:rPr b="1" sz="1200" i="1" lang="en-IN">
                <a:solidFill>
                  <a:srgbClr val="404040"/>
                </a:solidFill>
                <a:latin typeface="Arial"/>
                <a:ea typeface="Arial"/>
                <a:cs typeface="Arial"/>
              </a:rPr>
              <a:t>imited ownership: </a:t>
            </a:r>
            <a:r>
              <a:rPr b="0" sz="1200" i="1" lang="en-IN">
                <a:solidFill>
                  <a:srgbClr val="404040"/>
                </a:solidFill>
                <a:latin typeface="Arial"/>
                <a:ea typeface="Arial"/>
                <a:cs typeface="Arial"/>
              </a:rPr>
              <a:t>If communities don't participate in design and implementation, they might feel less invested in using the system.</a:t>
            </a:r>
            <a:r>
              <a:rPr b="0" sz="1200" i="1" lang="en-IN">
                <a:solidFill>
                  <a:srgbClr val="404040"/>
                </a:solidFill>
                <a:latin typeface="Arial"/>
                <a:ea typeface="Arial"/>
                <a:cs typeface="Arial"/>
              </a:rPr>
              <a:t> </a:t>
            </a:r>
            <a:endParaRPr b="0" sz="1100" i="1" lang="en-IN">
              <a:solidFill>
                <a:srgbClr val="404040"/>
              </a:solidFill>
              <a:latin typeface="Arial"/>
              <a:ea typeface="Arial"/>
              <a:cs typeface="Arial"/>
            </a:endParaRPr>
          </a:p>
          <a:p>
            <a:pPr algn="l">
              <a:lnSpc>
                <a:spcPct val="115000"/>
              </a:lnSpc>
            </a:pPr>
            <a:r>
              <a:rPr altLang="en-IN" b="0" sz="1200" i="1" lang="en-US">
                <a:solidFill>
                  <a:srgbClr val="404040"/>
                </a:solidFill>
                <a:latin typeface="Arial"/>
                <a:ea typeface="Arial"/>
                <a:cs typeface="Arial"/>
              </a:rPr>
              <a:t> </a:t>
            </a:r>
            <a:r>
              <a:rPr altLang="en-IN" b="0" sz="1200" i="1" lang="en-US">
                <a:solidFill>
                  <a:srgbClr val="404040"/>
                </a:solidFill>
                <a:latin typeface="Arial"/>
                <a:ea typeface="Arial"/>
                <a:cs typeface="Arial"/>
              </a:rPr>
              <a:t> </a:t>
            </a:r>
            <a:r>
              <a:rPr altLang="en-IN" b="0" sz="1200" i="1" lang="en-US">
                <a:solidFill>
                  <a:srgbClr val="404040"/>
                </a:solidFill>
                <a:latin typeface="Arial"/>
                <a:ea typeface="Arial"/>
                <a:cs typeface="Arial"/>
              </a:rPr>
              <a:t> </a:t>
            </a:r>
            <a:r>
              <a:rPr altLang="en-IN" b="0" sz="1200" i="1" lang="en-IN">
                <a:solidFill>
                  <a:srgbClr val="404040"/>
                </a:solidFill>
                <a:latin typeface="Arial"/>
                <a:ea typeface="Arial"/>
                <a:cs typeface="Arial"/>
              </a:rPr>
              <a:t>•</a:t>
            </a:r>
            <a:r>
              <a:rPr altLang="en-IN" b="1" sz="1200" i="1" lang="en-US">
                <a:solidFill>
                  <a:srgbClr val="404040"/>
                </a:solidFill>
                <a:latin typeface="Arial"/>
                <a:ea typeface="Arial"/>
                <a:cs typeface="Arial"/>
              </a:rPr>
              <a:t> </a:t>
            </a:r>
            <a:r>
              <a:rPr b="1" sz="1200" i="1" lang="en-IN">
                <a:solidFill>
                  <a:srgbClr val="404040"/>
                </a:solidFill>
                <a:latin typeface="Arial"/>
                <a:ea typeface="Arial"/>
                <a:cs typeface="Arial"/>
              </a:rPr>
              <a:t>Competition with existing systems:</a:t>
            </a:r>
            <a:r>
              <a:rPr b="0" sz="1200" i="1" lang="en-IN">
                <a:solidFill>
                  <a:srgbClr val="404040"/>
                </a:solidFill>
                <a:latin typeface="Arial"/>
                <a:ea typeface="Arial"/>
                <a:cs typeface="Arial"/>
              </a:rPr>
              <a:t> Traditional warning systems or community networks might need to be integrated or considered in adoption strategies.</a:t>
            </a:r>
            <a:r>
              <a:rPr b="0" sz="1200" i="1" lang="en-IN">
                <a:solidFill>
                  <a:srgbClr val="404040"/>
                </a:solidFill>
                <a:latin typeface="Arial"/>
                <a:ea typeface="Arial"/>
                <a:cs typeface="Arial"/>
              </a:rPr>
              <a:t> </a:t>
            </a:r>
            <a:endParaRPr b="0" sz="1100" i="1" lang="en-IN">
              <a:solidFill>
                <a:srgbClr val="404040"/>
              </a:solidFill>
              <a:latin typeface="Arial"/>
              <a:ea typeface="Arial"/>
              <a:cs typeface="Arial"/>
            </a:endParaRPr>
          </a:p>
          <a:p>
            <a:pPr algn="l">
              <a:lnSpc>
                <a:spcPct val="115000"/>
              </a:lnSpc>
            </a:pPr>
            <a:r>
              <a:rPr altLang="en-IN" b="0" sz="1200" i="1" lang="en-US">
                <a:solidFill>
                  <a:srgbClr val="404040"/>
                </a:solidFill>
                <a:latin typeface="Arial"/>
                <a:ea typeface="Arial"/>
                <a:cs typeface="Arial"/>
              </a:rPr>
              <a:t> </a:t>
            </a:r>
            <a:r>
              <a:rPr altLang="en-IN" b="0" sz="1200" i="1" lang="en-US">
                <a:solidFill>
                  <a:srgbClr val="404040"/>
                </a:solidFill>
                <a:latin typeface="Arial"/>
                <a:ea typeface="Arial"/>
                <a:cs typeface="Arial"/>
              </a:rPr>
              <a:t> </a:t>
            </a:r>
            <a:r>
              <a:rPr altLang="en-IN" b="0" sz="1200" i="1" lang="en-US">
                <a:solidFill>
                  <a:srgbClr val="404040"/>
                </a:solidFill>
                <a:latin typeface="Arial"/>
                <a:ea typeface="Arial"/>
                <a:cs typeface="Arial"/>
              </a:rPr>
              <a:t> </a:t>
            </a:r>
            <a:r>
              <a:rPr altLang="en-IN" b="0" sz="1200" i="1" lang="en-US">
                <a:solidFill>
                  <a:srgbClr val="404040"/>
                </a:solidFill>
                <a:latin typeface="Arial"/>
                <a:ea typeface="Arial"/>
                <a:cs typeface="Arial"/>
              </a:rPr>
              <a:t> </a:t>
            </a:r>
            <a:r>
              <a:rPr altLang="en-IN" b="0" sz="1200" i="1" lang="en-IN">
                <a:solidFill>
                  <a:srgbClr val="404040"/>
                </a:solidFill>
                <a:latin typeface="Arial"/>
                <a:ea typeface="Arial"/>
                <a:cs typeface="Arial"/>
              </a:rPr>
              <a:t>•</a:t>
            </a:r>
            <a:r>
              <a:rPr altLang="en-IN" b="0" sz="1200" i="1" lang="en-US">
                <a:solidFill>
                  <a:srgbClr val="404040"/>
                </a:solidFill>
                <a:latin typeface="Arial"/>
                <a:ea typeface="Arial"/>
                <a:cs typeface="Arial"/>
              </a:rPr>
              <a:t> </a:t>
            </a:r>
            <a:r>
              <a:rPr b="0" sz="1200" i="1" lang="en-IN">
                <a:solidFill>
                  <a:srgbClr val="404040"/>
                </a:solidFill>
                <a:latin typeface="Arial"/>
                <a:ea typeface="Arial"/>
                <a:cs typeface="Arial"/>
              </a:rPr>
              <a:t>Addressing these constraints and barriers requires collaborative efforts involving communities, technology developers, and relevant authorities. </a:t>
            </a:r>
            <a:endParaRPr b="0" sz="1100" i="1" lang="en-IN">
              <a:solidFill>
                <a:srgbClr val="404040"/>
              </a:solidFill>
              <a:latin typeface="Arial"/>
              <a:ea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4" name="Shape 95"/>
        <p:cNvGrpSpPr/>
        <p:nvPr/>
      </p:nvGrpSpPr>
      <p:grpSpPr>
        <a:xfrm>
          <a:off x="0" y="0"/>
          <a:ext cx="0" cy="0"/>
          <a:chOff x="0" y="0"/>
          <a:chExt cx="0" cy="0"/>
        </a:xfrm>
      </p:grpSpPr>
      <p:sp>
        <p:nvSpPr>
          <p:cNvPr id="1048599" name="Google Shape;96;p19"/>
          <p:cNvSpPr txBox="1"/>
          <p:nvPr>
            <p:ph type="title"/>
          </p:nvPr>
        </p:nvSpPr>
        <p:spPr>
          <a:xfrm>
            <a:off x="311700" y="445025"/>
            <a:ext cx="8520600" cy="5727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2800"/>
              <a:buNone/>
            </a:pPr>
            <a:r>
              <a:rPr b="1" sz="3500" lang="en">
                <a:solidFill>
                  <a:srgbClr val="980000"/>
                </a:solidFill>
                <a:latin typeface="Roboto"/>
                <a:ea typeface="Roboto"/>
                <a:cs typeface="Roboto"/>
                <a:sym typeface="Roboto"/>
              </a:rPr>
              <a:t>V</a:t>
            </a:r>
            <a:r>
              <a:rPr b="1" sz="3500" lang="en">
                <a:solidFill>
                  <a:srgbClr val="980000"/>
                </a:solidFill>
                <a:latin typeface="Roboto"/>
                <a:ea typeface="Roboto"/>
                <a:cs typeface="Roboto"/>
                <a:sym typeface="Roboto"/>
              </a:rPr>
              <a:t>alue Proposition</a:t>
            </a:r>
            <a:endParaRPr b="1" sz="3500">
              <a:solidFill>
                <a:srgbClr val="980000"/>
              </a:solidFill>
              <a:latin typeface="Roboto"/>
              <a:ea typeface="Roboto"/>
              <a:cs typeface="Roboto"/>
              <a:sym typeface="Roboto"/>
            </a:endParaRPr>
          </a:p>
          <a:p>
            <a:pPr algn="ctr" indent="0" lvl="0" marL="0" rtl="0">
              <a:lnSpc>
                <a:spcPct val="100000"/>
              </a:lnSpc>
              <a:spcBef>
                <a:spcPts val="0"/>
              </a:spcBef>
              <a:spcAft>
                <a:spcPts val="0"/>
              </a:spcAft>
              <a:buSzPts val="2800"/>
              <a:buNone/>
            </a:pPr>
            <a:r>
              <a:t/>
            </a:r>
            <a:endParaRPr b="1" sz="3500">
              <a:solidFill>
                <a:srgbClr val="B45F06"/>
              </a:solidFill>
              <a:latin typeface="Playfair Display"/>
              <a:ea typeface="Playfair Display"/>
              <a:cs typeface="Playfair Display"/>
              <a:sym typeface="Playfair Display"/>
            </a:endParaRPr>
          </a:p>
        </p:txBody>
      </p:sp>
      <p:sp>
        <p:nvSpPr>
          <p:cNvPr id="1048652" name=""/>
          <p:cNvSpPr txBox="1"/>
          <p:nvPr/>
        </p:nvSpPr>
        <p:spPr>
          <a:xfrm>
            <a:off x="534908" y="1404871"/>
            <a:ext cx="8189336" cy="904240"/>
          </a:xfrm>
          <a:prstGeom prst="rect"/>
        </p:spPr>
        <p:txBody>
          <a:bodyPr rtlCol="0" wrap="square">
            <a:spAutoFit/>
          </a:bodyPr>
          <a:p>
            <a:pPr algn="l">
              <a:lnSpc>
                <a:spcPct val="100000"/>
              </a:lnSpc>
            </a:pPr>
            <a:r>
              <a:rPr altLang="en-IN" b="1" sz="1400" i="0" lang="en-US">
                <a:solidFill>
                  <a:srgbClr val="000000"/>
                </a:solidFill>
                <a:latin typeface="Arial"/>
                <a:ea typeface="Arial"/>
                <a:cs typeface="Arial"/>
              </a:rPr>
              <a:t>S</a:t>
            </a:r>
            <a:r>
              <a:rPr altLang="en-IN" b="1" sz="1400" i="0" lang="en-US">
                <a:solidFill>
                  <a:srgbClr val="000000"/>
                </a:solidFill>
                <a:latin typeface="Arial"/>
                <a:ea typeface="Arial"/>
                <a:cs typeface="Arial"/>
              </a:rPr>
              <a:t>t</a:t>
            </a:r>
            <a:r>
              <a:rPr altLang="en-IN" b="1" sz="1400" i="0" lang="en-US">
                <a:solidFill>
                  <a:srgbClr val="000000"/>
                </a:solidFill>
                <a:latin typeface="Arial"/>
                <a:ea typeface="Arial"/>
                <a:cs typeface="Arial"/>
              </a:rPr>
              <a:t>a</a:t>
            </a:r>
            <a:r>
              <a:rPr altLang="en-IN" b="1" sz="1400" i="0" lang="en-US">
                <a:solidFill>
                  <a:srgbClr val="000000"/>
                </a:solidFill>
                <a:latin typeface="Arial"/>
                <a:ea typeface="Arial"/>
                <a:cs typeface="Arial"/>
              </a:rPr>
              <a:t>t</a:t>
            </a:r>
            <a:r>
              <a:rPr altLang="en-IN" b="1" sz="1400" i="0" lang="en-US">
                <a:solidFill>
                  <a:srgbClr val="000000"/>
                </a:solidFill>
                <a:latin typeface="Arial"/>
                <a:ea typeface="Arial"/>
                <a:cs typeface="Arial"/>
              </a:rPr>
              <a:t>e</a:t>
            </a:r>
            <a:r>
              <a:rPr altLang="en-IN" b="1" sz="1400" i="0" lang="en-US">
                <a:solidFill>
                  <a:srgbClr val="000000"/>
                </a:solidFill>
                <a:latin typeface="Arial"/>
                <a:ea typeface="Arial"/>
                <a:cs typeface="Arial"/>
              </a:rPr>
              <a:t>m</a:t>
            </a:r>
            <a:r>
              <a:rPr altLang="en-IN" b="1" sz="1400" i="0" lang="en-US">
                <a:solidFill>
                  <a:srgbClr val="000000"/>
                </a:solidFill>
                <a:latin typeface="Arial"/>
                <a:ea typeface="Arial"/>
                <a:cs typeface="Arial"/>
              </a:rPr>
              <a:t>e</a:t>
            </a:r>
            <a:r>
              <a:rPr altLang="en-IN" b="1" sz="1400" i="0" lang="en-US">
                <a:solidFill>
                  <a:srgbClr val="000000"/>
                </a:solidFill>
                <a:latin typeface="Arial"/>
                <a:ea typeface="Arial"/>
                <a:cs typeface="Arial"/>
              </a:rPr>
              <a:t>n</a:t>
            </a:r>
            <a:r>
              <a:rPr altLang="en-IN" b="1" sz="1400" i="0" lang="en-US">
                <a:solidFill>
                  <a:srgbClr val="000000"/>
                </a:solidFill>
                <a:latin typeface="Arial"/>
                <a:ea typeface="Arial"/>
                <a:cs typeface="Arial"/>
              </a:rPr>
              <a:t>t</a:t>
            </a:r>
            <a:r>
              <a:rPr altLang="en-IN" b="0" sz="1400" i="0" lang="en-US">
                <a:solidFill>
                  <a:srgbClr val="000000"/>
                </a:solidFill>
                <a:latin typeface="Arial"/>
                <a:ea typeface="Arial"/>
                <a:cs typeface="Arial"/>
              </a:rPr>
              <a:t> </a:t>
            </a:r>
            <a:r>
              <a:rPr altLang="en-IN" b="0" sz="1400" i="0" lang="en-US">
                <a:solidFill>
                  <a:srgbClr val="000000"/>
                </a:solidFill>
                <a:latin typeface="Arial"/>
                <a:ea typeface="Arial"/>
                <a:cs typeface="Arial"/>
              </a:rPr>
              <a:t>:</a:t>
            </a:r>
            <a:endParaRPr altLang="en-US" sz="1600" lang="zh-CN"/>
          </a:p>
          <a:p>
            <a:pPr algn="l">
              <a:lnSpc>
                <a:spcPct val="100000"/>
              </a:lnSpc>
            </a:pPr>
            <a:r>
              <a:rPr b="0" sz="1400" i="0" lang="en-IN">
                <a:solidFill>
                  <a:srgbClr val="000000"/>
                </a:solidFill>
                <a:latin typeface="Arial"/>
                <a:ea typeface="Arial"/>
                <a:cs typeface="Arial"/>
              </a:rPr>
              <a:t>Protect lives and livelihoods in vulnerable communities with</a:t>
            </a:r>
            <a:r>
              <a:rPr b="0" sz="1400" i="0" lang="en-IN">
                <a:solidFill>
                  <a:srgbClr val="000000"/>
                </a:solidFill>
                <a:latin typeface="Arial"/>
                <a:ea typeface="Arial"/>
                <a:cs typeface="Arial"/>
              </a:rPr>
              <a:t> EWS</a:t>
            </a:r>
            <a:r>
              <a:rPr b="0" sz="1400" i="0" lang="en-IN">
                <a:solidFill>
                  <a:srgbClr val="000000"/>
                </a:solidFill>
                <a:latin typeface="Arial"/>
                <a:ea typeface="Arial"/>
                <a:cs typeface="Arial"/>
              </a:rPr>
              <a:t>, an early warning system tailored to your unique needs. Get actionable alerts before disaster strikes, minimize losses, and build long-term resilience</a:t>
            </a:r>
            <a:r>
              <a:rPr b="0" sz="1400" i="0" lang="en-IN">
                <a:solidFill>
                  <a:srgbClr val="000000"/>
                </a:solidFill>
                <a:latin typeface="Arial"/>
                <a:ea typeface="Arial"/>
                <a:cs typeface="Arial"/>
              </a:rPr>
              <a:t>.</a:t>
            </a:r>
            <a:r>
              <a:rPr b="0" sz="1400" i="0" lang="en-IN">
                <a:solidFill>
                  <a:srgbClr val="000000"/>
                </a:solidFill>
                <a:latin typeface="Arial"/>
                <a:ea typeface="Arial"/>
                <a:cs typeface="Arial"/>
              </a:rPr>
              <a:t> </a:t>
            </a:r>
            <a:endParaRPr altLang="en-US" lang="zh-CN"/>
          </a:p>
        </p:txBody>
      </p:sp>
      <p:sp>
        <p:nvSpPr>
          <p:cNvPr id="1048653" name=""/>
          <p:cNvSpPr txBox="1"/>
          <p:nvPr/>
        </p:nvSpPr>
        <p:spPr>
          <a:xfrm>
            <a:off x="534908" y="1821180"/>
            <a:ext cx="8043255" cy="2047239"/>
          </a:xfrm>
          <a:prstGeom prst="rect"/>
        </p:spPr>
        <p:txBody>
          <a:bodyPr rtlCol="0" wrap="square">
            <a:spAutoFit/>
          </a:bodyPr>
          <a:p>
            <a:endParaRPr sz="3600" lang="en-GB">
              <a:solidFill>
                <a:srgbClr val="000000"/>
              </a:solidFill>
            </a:endParaRPr>
          </a:p>
          <a:p>
            <a:r>
              <a:rPr altLang="en-IN" b="1" sz="1400" lang="en-US">
                <a:solidFill>
                  <a:srgbClr val="000000"/>
                </a:solidFill>
              </a:rPr>
              <a:t>Challenges Overcome:</a:t>
            </a:r>
            <a:endParaRPr b="1" sz="1600" lang="en-GB">
              <a:solidFill>
                <a:srgbClr val="000000"/>
              </a:solidFill>
            </a:endParaRPr>
          </a:p>
          <a:p>
            <a:r>
              <a:rPr altLang="en-IN" sz="1400" lang="en-US">
                <a:solidFill>
                  <a:srgbClr val="000000"/>
                </a:solidFill>
              </a:rPr>
              <a:t>Tailored alerts: Addresses the inadequacy of generic warning systems by providing alerts customized to each community's unique needs.</a:t>
            </a:r>
            <a:endParaRPr sz="1600" lang="en-GB">
              <a:solidFill>
                <a:srgbClr val="000000"/>
              </a:solidFill>
            </a:endParaRPr>
          </a:p>
          <a:p>
            <a:r>
              <a:rPr altLang="en-IN" sz="1400" lang="en-US">
                <a:solidFill>
                  <a:srgbClr val="000000"/>
                </a:solidFill>
              </a:rPr>
              <a:t>Timely response: Overcomes the delay in response caused by traditional warning methods through proactive alerts.</a:t>
            </a:r>
            <a:endParaRPr sz="1600" lang="en-GB">
              <a:solidFill>
                <a:srgbClr val="000000"/>
              </a:solidFill>
            </a:endParaRPr>
          </a:p>
          <a:p>
            <a:r>
              <a:rPr altLang="en-IN" sz="1400" lang="en-US">
                <a:solidFill>
                  <a:srgbClr val="000000"/>
                </a:solidFill>
              </a:rPr>
              <a:t>Long-term resilience: Empowers communities to build adaptability over time, surpassing short-sighted solutions that only address immediate needs.</a:t>
            </a:r>
            <a:endParaRPr sz="2800" lang="en-GB">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0" name="Shape 102"/>
        <p:cNvGrpSpPr/>
        <p:nvPr/>
      </p:nvGrpSpPr>
      <p:grpSpPr>
        <a:xfrm>
          <a:off x="0" y="0"/>
          <a:ext cx="0" cy="0"/>
          <a:chOff x="0" y="0"/>
          <a:chExt cx="0" cy="0"/>
        </a:xfrm>
      </p:grpSpPr>
      <p:sp>
        <p:nvSpPr>
          <p:cNvPr id="1048609" name="Google Shape;103;p20"/>
          <p:cNvSpPr txBox="1"/>
          <p:nvPr>
            <p:ph type="title"/>
          </p:nvPr>
        </p:nvSpPr>
        <p:spPr>
          <a:xfrm>
            <a:off x="311700" y="445025"/>
            <a:ext cx="8520600" cy="5727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2800"/>
              <a:buNone/>
            </a:pPr>
            <a:r>
              <a:rPr b="1" sz="3500" lang="en">
                <a:solidFill>
                  <a:srgbClr val="980000"/>
                </a:solidFill>
                <a:latin typeface="Roboto"/>
                <a:ea typeface="Roboto"/>
                <a:cs typeface="Roboto"/>
                <a:sym typeface="Roboto"/>
              </a:rPr>
              <a:t>Solution Concept</a:t>
            </a:r>
            <a:endParaRPr b="1" sz="3500">
              <a:solidFill>
                <a:srgbClr val="980000"/>
              </a:solidFill>
              <a:latin typeface="Roboto"/>
              <a:ea typeface="Roboto"/>
              <a:cs typeface="Roboto"/>
              <a:sym typeface="Roboto"/>
            </a:endParaRPr>
          </a:p>
        </p:txBody>
      </p:sp>
      <p:sp>
        <p:nvSpPr>
          <p:cNvPr id="1048656" name=""/>
          <p:cNvSpPr txBox="1"/>
          <p:nvPr/>
        </p:nvSpPr>
        <p:spPr>
          <a:xfrm>
            <a:off x="500399" y="1239252"/>
            <a:ext cx="8083654" cy="2936240"/>
          </a:xfrm>
          <a:prstGeom prst="rect"/>
        </p:spPr>
        <p:txBody>
          <a:bodyPr rtlCol="0" wrap="square">
            <a:spAutoFit/>
          </a:bodyPr>
          <a:p>
            <a:r>
              <a:rPr altLang="en-IN" b="1" sz="1400" lang="en-US">
                <a:solidFill>
                  <a:srgbClr val="000000"/>
                </a:solidFill>
              </a:rPr>
              <a:t>Data </a:t>
            </a:r>
            <a:r>
              <a:rPr altLang="en-IN" b="1" sz="1400" lang="en-US">
                <a:solidFill>
                  <a:srgbClr val="000000"/>
                </a:solidFill>
              </a:rPr>
              <a:t>Analysis</a:t>
            </a:r>
            <a:r>
              <a:rPr altLang="en-IN" sz="1400" lang="en-US">
                <a:solidFill>
                  <a:srgbClr val="000000"/>
                </a:solidFill>
              </a:rPr>
              <a:t>: Analyzing sensor data, weather forecasts, and historical records to predict impending threats like floods, landslides, or heatwaves.</a:t>
            </a:r>
            <a:endParaRPr sz="1200" lang="en-GB">
              <a:solidFill>
                <a:srgbClr val="000000"/>
              </a:solidFill>
            </a:endParaRPr>
          </a:p>
          <a:p>
            <a:r>
              <a:rPr altLang="en-IN" b="1" sz="1400" lang="en-US">
                <a:solidFill>
                  <a:srgbClr val="000000"/>
                </a:solidFill>
              </a:rPr>
              <a:t>Risk Assessment</a:t>
            </a:r>
            <a:r>
              <a:rPr altLang="en-IN" sz="1400" lang="en-US">
                <a:solidFill>
                  <a:srgbClr val="000000"/>
                </a:solidFill>
              </a:rPr>
              <a:t>: Identifying areas and individuals most vulnerable based on location, infrastructure, and social factors.</a:t>
            </a:r>
            <a:endParaRPr sz="1200" lang="en-GB">
              <a:solidFill>
                <a:srgbClr val="000000"/>
              </a:solidFill>
            </a:endParaRPr>
          </a:p>
          <a:p>
            <a:r>
              <a:rPr altLang="en-IN" b="1" sz="1400" lang="en-US">
                <a:solidFill>
                  <a:srgbClr val="000000"/>
                </a:solidFill>
              </a:rPr>
              <a:t>Personalized Alerts: </a:t>
            </a:r>
            <a:r>
              <a:rPr altLang="en-IN" sz="1400" lang="en-US">
                <a:solidFill>
                  <a:srgbClr val="000000"/>
                </a:solidFill>
              </a:rPr>
              <a:t>Delivering targeted warnings through multiple channels (SMS, mobile apps, sirens) considering accessibility and language needs.</a:t>
            </a:r>
            <a:endParaRPr sz="1200" lang="en-GB">
              <a:solidFill>
                <a:srgbClr val="000000"/>
              </a:solidFill>
            </a:endParaRPr>
          </a:p>
          <a:p>
            <a:r>
              <a:rPr altLang="en-IN" b="1" sz="1400" lang="en-US">
                <a:solidFill>
                  <a:srgbClr val="000000"/>
                </a:solidFill>
              </a:rPr>
              <a:t>Dynamic Response: </a:t>
            </a:r>
            <a:r>
              <a:rPr altLang="en-IN" sz="1400" lang="en-US">
                <a:solidFill>
                  <a:srgbClr val="000000"/>
                </a:solidFill>
              </a:rPr>
              <a:t>Continuously learning and adapting alert thresholds and communication strategies based on community feedback and real-time data.</a:t>
            </a:r>
            <a:endParaRPr sz="1200" lang="en-GB">
              <a:solidFill>
                <a:srgbClr val="000000"/>
              </a:solidFill>
            </a:endParaRPr>
          </a:p>
          <a:p>
            <a:r>
              <a:rPr altLang="en-IN" b="1" sz="1400" lang="en-US">
                <a:solidFill>
                  <a:srgbClr val="000000"/>
                </a:solidFill>
              </a:rPr>
              <a:t>Resource Optimization</a:t>
            </a:r>
            <a:r>
              <a:rPr altLang="en-IN" sz="1400" lang="en-US">
                <a:solidFill>
                  <a:srgbClr val="000000"/>
                </a:solidFill>
              </a:rPr>
              <a:t>: Coordinating emergency response efforts and resource allocation based on predicted impacts and community needs.</a:t>
            </a:r>
            <a:endParaRPr sz="1200" lang="en-GB">
              <a:solidFill>
                <a:srgbClr val="000000"/>
              </a:solidFill>
            </a:endParaRPr>
          </a:p>
          <a:p>
            <a:r>
              <a:rPr altLang="en-IN" b="1" sz="1400" lang="en-US">
                <a:solidFill>
                  <a:srgbClr val="000000"/>
                </a:solidFill>
              </a:rPr>
              <a:t>Community Engagement: </a:t>
            </a:r>
            <a:r>
              <a:rPr altLang="en-IN" sz="1400" lang="en-US">
                <a:solidFill>
                  <a:srgbClr val="000000"/>
                </a:solidFill>
              </a:rPr>
              <a:t>Facilitating two-way communication with community leaders and residents to increase trust and awareness.</a:t>
            </a:r>
            <a:endParaRPr sz="1200" lang="en-GB">
              <a:solidFill>
                <a:srgbClr val="000000"/>
              </a:solidFill>
            </a:endParaRPr>
          </a:p>
          <a:p>
            <a:r>
              <a:rPr altLang="en-IN" b="1" sz="1400" lang="en-US">
                <a:solidFill>
                  <a:srgbClr val="000000"/>
                </a:solidFill>
              </a:rPr>
              <a:t>Evaluation &amp; Improvement</a:t>
            </a:r>
            <a:r>
              <a:rPr altLang="en-IN" sz="1400" lang="en-US">
                <a:solidFill>
                  <a:srgbClr val="000000"/>
                </a:solidFill>
              </a:rPr>
              <a:t>: Monitoring the system's effectiveness, measuring response times, and gathering feedback to improve future performance.</a:t>
            </a:r>
            <a:endParaRPr sz="2800" lang="en-GB">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0" name="Shape 108"/>
        <p:cNvGrpSpPr/>
        <p:nvPr/>
      </p:nvGrpSpPr>
      <p:grpSpPr>
        <a:xfrm>
          <a:off x="0" y="0"/>
          <a:ext cx="0" cy="0"/>
          <a:chOff x="0" y="0"/>
          <a:chExt cx="0" cy="0"/>
        </a:xfrm>
      </p:grpSpPr>
      <p:sp>
        <p:nvSpPr>
          <p:cNvPr id="1048626" name="Google Shape;109;p21"/>
          <p:cNvSpPr txBox="1"/>
          <p:nvPr>
            <p:ph type="title"/>
          </p:nvPr>
        </p:nvSpPr>
        <p:spPr>
          <a:xfrm>
            <a:off x="265500" y="1233175"/>
            <a:ext cx="4045200" cy="1482300"/>
          </a:xfrm>
          <a:prstGeom prst="rect"/>
          <a:noFill/>
          <a:ln>
            <a:noFill/>
          </a:ln>
        </p:spPr>
        <p:txBody>
          <a:bodyPr anchor="t" anchorCtr="0" bIns="91425" lIns="91425" rIns="91425" spcFirstLastPara="1" tIns="91425" wrap="square">
            <a:noAutofit/>
          </a:bodyPr>
          <a:p>
            <a:pPr algn="ctr" indent="0" lvl="0" marL="0" rtl="0">
              <a:lnSpc>
                <a:spcPct val="100000"/>
              </a:lnSpc>
              <a:spcBef>
                <a:spcPts val="0"/>
              </a:spcBef>
              <a:spcAft>
                <a:spcPts val="0"/>
              </a:spcAft>
              <a:buSzPts val="2800"/>
              <a:buNone/>
            </a:pPr>
            <a:r>
              <a:t/>
            </a:r>
            <a:endParaRPr b="1" sz="3500">
              <a:solidFill>
                <a:srgbClr val="B45F06"/>
              </a:solidFill>
              <a:latin typeface="Playfair Display"/>
              <a:ea typeface="Playfair Display"/>
              <a:cs typeface="Playfair Display"/>
              <a:sym typeface="Playfair Display"/>
            </a:endParaRPr>
          </a:p>
          <a:p>
            <a:pPr algn="ctr" indent="0" lvl="0" marL="0" rtl="0">
              <a:lnSpc>
                <a:spcPct val="100000"/>
              </a:lnSpc>
              <a:spcBef>
                <a:spcPts val="0"/>
              </a:spcBef>
              <a:spcAft>
                <a:spcPts val="0"/>
              </a:spcAft>
              <a:buSzPts val="2800"/>
              <a:buNone/>
            </a:pPr>
            <a:r>
              <a:rPr b="1" sz="3500" lang="en">
                <a:solidFill>
                  <a:srgbClr val="980000"/>
                </a:solidFill>
                <a:latin typeface="Roboto"/>
                <a:ea typeface="Roboto"/>
                <a:cs typeface="Roboto"/>
                <a:sym typeface="Roboto"/>
              </a:rPr>
              <a:t>Benefits</a:t>
            </a:r>
            <a:endParaRPr b="1" sz="3500">
              <a:solidFill>
                <a:srgbClr val="980000"/>
              </a:solidFill>
              <a:latin typeface="Roboto"/>
              <a:ea typeface="Roboto"/>
              <a:cs typeface="Roboto"/>
              <a:sym typeface="Roboto"/>
            </a:endParaRPr>
          </a:p>
        </p:txBody>
      </p:sp>
      <p:sp>
        <p:nvSpPr>
          <p:cNvPr id="1048655" name=""/>
          <p:cNvSpPr txBox="1"/>
          <p:nvPr/>
        </p:nvSpPr>
        <p:spPr>
          <a:xfrm>
            <a:off x="4657577" y="233680"/>
            <a:ext cx="4486422" cy="4307839"/>
          </a:xfrm>
          <a:prstGeom prst="rect"/>
        </p:spPr>
        <p:txBody>
          <a:bodyPr rtlCol="0" wrap="square">
            <a:spAutoFit/>
          </a:bodyPr>
          <a:p>
            <a:r>
              <a:rPr altLang="en-IN" sz="1400" lang="en-US">
                <a:solidFill>
                  <a:srgbClr val="000000"/>
                </a:solidFill>
              </a:rPr>
              <a:t>The benefits of solving the problems addressed by our Early Warning System (EWS) include:</a:t>
            </a:r>
            <a:endParaRPr sz="1200" lang="en-GB">
              <a:solidFill>
                <a:srgbClr val="000000"/>
              </a:solidFill>
            </a:endParaRPr>
          </a:p>
          <a:p>
            <a:endParaRPr sz="1200" lang="en-GB">
              <a:solidFill>
                <a:srgbClr val="000000"/>
              </a:solidFill>
            </a:endParaRPr>
          </a:p>
          <a:p>
            <a:r>
              <a:rPr altLang="en-IN" sz="1400" lang="en-US">
                <a:solidFill>
                  <a:srgbClr val="000000"/>
                </a:solidFill>
              </a:rPr>
              <a:t>1. </a:t>
            </a:r>
            <a:r>
              <a:rPr altLang="en-IN" b="1" sz="1400" lang="en-US">
                <a:solidFill>
                  <a:srgbClr val="000000"/>
                </a:solidFill>
              </a:rPr>
              <a:t>Reduced Losses: </a:t>
            </a:r>
            <a:r>
              <a:rPr altLang="en-IN" sz="1400" lang="en-US">
                <a:solidFill>
                  <a:srgbClr val="000000"/>
                </a:solidFill>
              </a:rPr>
              <a:t>By providing actionable alerts before disasters strike, EWS helps minimize casualties, property damage, and economic losses, thereby safeguarding lives and livelihoods.</a:t>
            </a:r>
            <a:endParaRPr sz="1200" lang="en-GB">
              <a:solidFill>
                <a:srgbClr val="000000"/>
              </a:solidFill>
            </a:endParaRPr>
          </a:p>
          <a:p>
            <a:endParaRPr sz="1200" lang="en-GB">
              <a:solidFill>
                <a:srgbClr val="000000"/>
              </a:solidFill>
            </a:endParaRPr>
          </a:p>
          <a:p>
            <a:r>
              <a:rPr altLang="en-IN" sz="1400" lang="en-US">
                <a:solidFill>
                  <a:srgbClr val="000000"/>
                </a:solidFill>
              </a:rPr>
              <a:t>2. </a:t>
            </a:r>
            <a:r>
              <a:rPr altLang="en-IN" b="1" sz="1400" lang="en-US">
                <a:solidFill>
                  <a:srgbClr val="000000"/>
                </a:solidFill>
              </a:rPr>
              <a:t>Improved Preparedness:</a:t>
            </a:r>
            <a:r>
              <a:rPr altLang="en-IN" sz="1400" lang="en-US">
                <a:solidFill>
                  <a:srgbClr val="000000"/>
                </a:solidFill>
              </a:rPr>
              <a:t> Communities equipped with EWS are better prepared to respond to disasters, resulting in more efficient and effective emergency response efforts, potentially saving more lives and reducing the impact of disasters on infrastructure and resources.</a:t>
            </a:r>
            <a:endParaRPr sz="1200" lang="en-GB">
              <a:solidFill>
                <a:srgbClr val="000000"/>
              </a:solidFill>
            </a:endParaRPr>
          </a:p>
          <a:p>
            <a:r>
              <a:rPr altLang="en-IN" sz="1400" lang="en-US">
                <a:solidFill>
                  <a:srgbClr val="000000"/>
                </a:solidFill>
              </a:rPr>
              <a:t>3. </a:t>
            </a:r>
            <a:r>
              <a:rPr altLang="en-IN" b="1" sz="1400" lang="en-US">
                <a:solidFill>
                  <a:srgbClr val="000000"/>
                </a:solidFill>
              </a:rPr>
              <a:t>Enhanced Resilience: </a:t>
            </a:r>
            <a:r>
              <a:rPr altLang="en-IN" sz="1400" lang="en-US">
                <a:solidFill>
                  <a:srgbClr val="000000"/>
                </a:solidFill>
              </a:rPr>
              <a:t>By fostering long-term resilience through proactive risk management and community engagement, EWS empowers communities to bounce back more quickly from disasters and to adapt to changing environmental conditions, ultimately promoting sustainable development and prosperity.</a:t>
            </a:r>
            <a:endParaRPr sz="2800" lang="en-GB">
              <a:solidFill>
                <a:srgbClr val="00000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CPH2531</dc:creator>
  <dcterms:created xsi:type="dcterms:W3CDTF">2024-02-21T07:28:23Z</dcterms:created>
  <dcterms:modified xsi:type="dcterms:W3CDTF">2024-02-22T06:29:30Z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a76713664a69498f8514850b675ffa58</vt:lpwstr>
  </property>
</Properties>
</file>